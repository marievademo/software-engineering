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6"/>
  </p:notesMasterIdLst>
  <p:sldIdLst>
    <p:sldId id="256" r:id="rId2"/>
    <p:sldId id="563" r:id="rId3"/>
    <p:sldId id="257" r:id="rId4"/>
    <p:sldId id="289" r:id="rId5"/>
    <p:sldId id="290" r:id="rId6"/>
    <p:sldId id="288" r:id="rId7"/>
    <p:sldId id="294" r:id="rId8"/>
    <p:sldId id="258" r:id="rId9"/>
    <p:sldId id="259" r:id="rId10"/>
    <p:sldId id="295" r:id="rId11"/>
    <p:sldId id="260" r:id="rId12"/>
    <p:sldId id="261" r:id="rId13"/>
    <p:sldId id="293" r:id="rId14"/>
    <p:sldId id="564" r:id="rId15"/>
    <p:sldId id="262" r:id="rId16"/>
    <p:sldId id="277" r:id="rId17"/>
    <p:sldId id="263" r:id="rId18"/>
    <p:sldId id="264" r:id="rId19"/>
    <p:sldId id="265" r:id="rId20"/>
    <p:sldId id="266" r:id="rId21"/>
    <p:sldId id="268" r:id="rId22"/>
    <p:sldId id="267" r:id="rId23"/>
    <p:sldId id="269" r:id="rId24"/>
    <p:sldId id="270" r:id="rId25"/>
    <p:sldId id="272" r:id="rId26"/>
    <p:sldId id="271" r:id="rId27"/>
    <p:sldId id="273" r:id="rId28"/>
    <p:sldId id="299" r:id="rId29"/>
    <p:sldId id="274" r:id="rId30"/>
    <p:sldId id="275" r:id="rId31"/>
    <p:sldId id="276" r:id="rId32"/>
    <p:sldId id="296" r:id="rId33"/>
    <p:sldId id="300" r:id="rId34"/>
    <p:sldId id="297" r:id="rId35"/>
    <p:sldId id="298" r:id="rId36"/>
    <p:sldId id="301" r:id="rId37"/>
    <p:sldId id="283" r:id="rId38"/>
    <p:sldId id="278" r:id="rId39"/>
    <p:sldId id="279" r:id="rId40"/>
    <p:sldId id="280" r:id="rId41"/>
    <p:sldId id="281" r:id="rId42"/>
    <p:sldId id="302" r:id="rId43"/>
    <p:sldId id="282" r:id="rId44"/>
    <p:sldId id="286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3B64F4-2F28-47AE-9B1E-18A52F342244}" v="185" dt="2026-02-18T20:31:36.6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28" autoAdjust="0"/>
    <p:restoredTop sz="63995" autoAdjust="0"/>
  </p:normalViewPr>
  <p:slideViewPr>
    <p:cSldViewPr>
      <p:cViewPr varScale="1">
        <p:scale>
          <a:sx n="58" d="100"/>
          <a:sy n="58" d="100"/>
        </p:scale>
        <p:origin x="2347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Stultiens" userId="32c8340f-74bb-437d-97de-711241a4a663" providerId="ADAL" clId="{66E34C45-0C8F-4FA0-A442-311BF0DA6F31}"/>
    <pc:docChg chg="undo redo custSel addSld delSld modSld">
      <pc:chgData name="Rodrigue Stultiens" userId="32c8340f-74bb-437d-97de-711241a4a663" providerId="ADAL" clId="{66E34C45-0C8F-4FA0-A442-311BF0DA6F31}" dt="2026-02-18T20:32:15.188" v="2527" actId="20577"/>
      <pc:docMkLst>
        <pc:docMk/>
      </pc:docMkLst>
      <pc:sldChg chg="modSp mod">
        <pc:chgData name="Rodrigue Stultiens" userId="32c8340f-74bb-437d-97de-711241a4a663" providerId="ADAL" clId="{66E34C45-0C8F-4FA0-A442-311BF0DA6F31}" dt="2026-02-18T20:25:20.933" v="2267" actId="790"/>
        <pc:sldMkLst>
          <pc:docMk/>
          <pc:sldMk cId="0" sldId="259"/>
        </pc:sldMkLst>
        <pc:spChg chg="mod">
          <ac:chgData name="Rodrigue Stultiens" userId="32c8340f-74bb-437d-97de-711241a4a663" providerId="ADAL" clId="{66E34C45-0C8F-4FA0-A442-311BF0DA6F31}" dt="2026-02-18T20:25:20.933" v="2267" actId="790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Rodrigue Stultiens" userId="32c8340f-74bb-437d-97de-711241a4a663" providerId="ADAL" clId="{66E34C45-0C8F-4FA0-A442-311BF0DA6F31}" dt="2026-02-16T08:36:12.187" v="1954" actId="20577"/>
        <pc:sldMkLst>
          <pc:docMk/>
          <pc:sldMk cId="0" sldId="261"/>
        </pc:sldMkLst>
        <pc:spChg chg="mod">
          <ac:chgData name="Rodrigue Stultiens" userId="32c8340f-74bb-437d-97de-711241a4a663" providerId="ADAL" clId="{66E34C45-0C8F-4FA0-A442-311BF0DA6F31}" dt="2026-02-16T08:36:12.187" v="1954" actId="20577"/>
          <ac:spMkLst>
            <pc:docMk/>
            <pc:sldMk cId="0" sldId="261"/>
            <ac:spMk id="3" creationId="{00000000-0000-0000-0000-000000000000}"/>
          </ac:spMkLst>
        </pc:spChg>
      </pc:sldChg>
      <pc:sldChg chg="modNotesTx">
        <pc:chgData name="Rodrigue Stultiens" userId="32c8340f-74bb-437d-97de-711241a4a663" providerId="ADAL" clId="{66E34C45-0C8F-4FA0-A442-311BF0DA6F31}" dt="2026-02-18T19:02:18.848" v="2177" actId="20577"/>
        <pc:sldMkLst>
          <pc:docMk/>
          <pc:sldMk cId="0" sldId="262"/>
        </pc:sldMkLst>
      </pc:sldChg>
      <pc:sldChg chg="modSp mod">
        <pc:chgData name="Rodrigue Stultiens" userId="32c8340f-74bb-437d-97de-711241a4a663" providerId="ADAL" clId="{66E34C45-0C8F-4FA0-A442-311BF0DA6F31}" dt="2026-02-18T19:04:42.712" v="2181" actId="790"/>
        <pc:sldMkLst>
          <pc:docMk/>
          <pc:sldMk cId="0" sldId="267"/>
        </pc:sldMkLst>
        <pc:spChg chg="mod">
          <ac:chgData name="Rodrigue Stultiens" userId="32c8340f-74bb-437d-97de-711241a4a663" providerId="ADAL" clId="{66E34C45-0C8F-4FA0-A442-311BF0DA6F31}" dt="2026-02-18T19:04:42.712" v="2181" actId="790"/>
          <ac:spMkLst>
            <pc:docMk/>
            <pc:sldMk cId="0" sldId="267"/>
            <ac:spMk id="2" creationId="{00000000-0000-0000-0000-000000000000}"/>
          </ac:spMkLst>
        </pc:spChg>
        <pc:spChg chg="mod">
          <ac:chgData name="Rodrigue Stultiens" userId="32c8340f-74bb-437d-97de-711241a4a663" providerId="ADAL" clId="{66E34C45-0C8F-4FA0-A442-311BF0DA6F31}" dt="2026-02-18T19:04:21.443" v="2178" actId="790"/>
          <ac:spMkLst>
            <pc:docMk/>
            <pc:sldMk cId="0" sldId="267"/>
            <ac:spMk id="4" creationId="{00000000-0000-0000-0000-000000000000}"/>
          </ac:spMkLst>
        </pc:spChg>
      </pc:sldChg>
      <pc:sldChg chg="modSp mod">
        <pc:chgData name="Rodrigue Stultiens" userId="32c8340f-74bb-437d-97de-711241a4a663" providerId="ADAL" clId="{66E34C45-0C8F-4FA0-A442-311BF0DA6F31}" dt="2026-02-18T19:04:39.288" v="2180" actId="790"/>
        <pc:sldMkLst>
          <pc:docMk/>
          <pc:sldMk cId="0" sldId="268"/>
        </pc:sldMkLst>
        <pc:spChg chg="mod">
          <ac:chgData name="Rodrigue Stultiens" userId="32c8340f-74bb-437d-97de-711241a4a663" providerId="ADAL" clId="{66E34C45-0C8F-4FA0-A442-311BF0DA6F31}" dt="2026-02-18T19:04:39.288" v="2180" actId="790"/>
          <ac:spMkLst>
            <pc:docMk/>
            <pc:sldMk cId="0" sldId="268"/>
            <ac:spMk id="2" creationId="{00000000-0000-0000-0000-000000000000}"/>
          </ac:spMkLst>
        </pc:spChg>
        <pc:spChg chg="mod">
          <ac:chgData name="Rodrigue Stultiens" userId="32c8340f-74bb-437d-97de-711241a4a663" providerId="ADAL" clId="{66E34C45-0C8F-4FA0-A442-311BF0DA6F31}" dt="2026-02-18T19:04:31.610" v="2179" actId="790"/>
          <ac:spMkLst>
            <pc:docMk/>
            <pc:sldMk cId="0" sldId="268"/>
            <ac:spMk id="4" creationId="{00000000-0000-0000-0000-000000000000}"/>
          </ac:spMkLst>
        </pc:spChg>
      </pc:sldChg>
      <pc:sldChg chg="modSp mod">
        <pc:chgData name="Rodrigue Stultiens" userId="32c8340f-74bb-437d-97de-711241a4a663" providerId="ADAL" clId="{66E34C45-0C8F-4FA0-A442-311BF0DA6F31}" dt="2026-02-18T19:04:52.438" v="2182" actId="790"/>
        <pc:sldMkLst>
          <pc:docMk/>
          <pc:sldMk cId="0" sldId="269"/>
        </pc:sldMkLst>
        <pc:spChg chg="mod">
          <ac:chgData name="Rodrigue Stultiens" userId="32c8340f-74bb-437d-97de-711241a4a663" providerId="ADAL" clId="{66E34C45-0C8F-4FA0-A442-311BF0DA6F31}" dt="2026-02-18T19:04:52.438" v="2182" actId="790"/>
          <ac:spMkLst>
            <pc:docMk/>
            <pc:sldMk cId="0" sldId="269"/>
            <ac:spMk id="2" creationId="{00000000-0000-0000-0000-000000000000}"/>
          </ac:spMkLst>
        </pc:spChg>
      </pc:sldChg>
      <pc:sldChg chg="modSp mod">
        <pc:chgData name="Rodrigue Stultiens" userId="32c8340f-74bb-437d-97de-711241a4a663" providerId="ADAL" clId="{66E34C45-0C8F-4FA0-A442-311BF0DA6F31}" dt="2026-02-18T19:04:55.858" v="2183" actId="790"/>
        <pc:sldMkLst>
          <pc:docMk/>
          <pc:sldMk cId="0" sldId="270"/>
        </pc:sldMkLst>
        <pc:spChg chg="mod">
          <ac:chgData name="Rodrigue Stultiens" userId="32c8340f-74bb-437d-97de-711241a4a663" providerId="ADAL" clId="{66E34C45-0C8F-4FA0-A442-311BF0DA6F31}" dt="2026-02-18T19:04:55.858" v="2183" actId="790"/>
          <ac:spMkLst>
            <pc:docMk/>
            <pc:sldMk cId="0" sldId="270"/>
            <ac:spMk id="2" creationId="{00000000-0000-0000-0000-000000000000}"/>
          </ac:spMkLst>
        </pc:spChg>
      </pc:sldChg>
      <pc:sldChg chg="modSp mod">
        <pc:chgData name="Rodrigue Stultiens" userId="32c8340f-74bb-437d-97de-711241a4a663" providerId="ADAL" clId="{66E34C45-0C8F-4FA0-A442-311BF0DA6F31}" dt="2026-02-18T19:04:58.971" v="2184" actId="790"/>
        <pc:sldMkLst>
          <pc:docMk/>
          <pc:sldMk cId="0" sldId="272"/>
        </pc:sldMkLst>
        <pc:spChg chg="mod">
          <ac:chgData name="Rodrigue Stultiens" userId="32c8340f-74bb-437d-97de-711241a4a663" providerId="ADAL" clId="{66E34C45-0C8F-4FA0-A442-311BF0DA6F31}" dt="2026-02-18T19:04:58.971" v="2184" actId="790"/>
          <ac:spMkLst>
            <pc:docMk/>
            <pc:sldMk cId="0" sldId="272"/>
            <ac:spMk id="2" creationId="{00000000-0000-0000-0000-000000000000}"/>
          </ac:spMkLst>
        </pc:spChg>
      </pc:sldChg>
      <pc:sldChg chg="modSp mod">
        <pc:chgData name="Rodrigue Stultiens" userId="32c8340f-74bb-437d-97de-711241a4a663" providerId="ADAL" clId="{66E34C45-0C8F-4FA0-A442-311BF0DA6F31}" dt="2026-02-18T19:05:08.239" v="2185" actId="790"/>
        <pc:sldMkLst>
          <pc:docMk/>
          <pc:sldMk cId="0" sldId="273"/>
        </pc:sldMkLst>
        <pc:spChg chg="mod">
          <ac:chgData name="Rodrigue Stultiens" userId="32c8340f-74bb-437d-97de-711241a4a663" providerId="ADAL" clId="{66E34C45-0C8F-4FA0-A442-311BF0DA6F31}" dt="2026-02-18T19:05:08.239" v="2185" actId="790"/>
          <ac:spMkLst>
            <pc:docMk/>
            <pc:sldMk cId="0" sldId="273"/>
            <ac:spMk id="2" creationId="{00000000-0000-0000-0000-000000000000}"/>
          </ac:spMkLst>
        </pc:spChg>
      </pc:sldChg>
      <pc:sldChg chg="modSp mod">
        <pc:chgData name="Rodrigue Stultiens" userId="32c8340f-74bb-437d-97de-711241a4a663" providerId="ADAL" clId="{66E34C45-0C8F-4FA0-A442-311BF0DA6F31}" dt="2026-02-18T19:05:51.962" v="2191" actId="790"/>
        <pc:sldMkLst>
          <pc:docMk/>
          <pc:sldMk cId="0" sldId="274"/>
        </pc:sldMkLst>
        <pc:spChg chg="mod">
          <ac:chgData name="Rodrigue Stultiens" userId="32c8340f-74bb-437d-97de-711241a4a663" providerId="ADAL" clId="{66E34C45-0C8F-4FA0-A442-311BF0DA6F31}" dt="2026-02-18T19:05:51.962" v="2191" actId="790"/>
          <ac:spMkLst>
            <pc:docMk/>
            <pc:sldMk cId="0" sldId="274"/>
            <ac:spMk id="2" creationId="{00000000-0000-0000-0000-000000000000}"/>
          </ac:spMkLst>
        </pc:spChg>
      </pc:sldChg>
      <pc:sldChg chg="modSp mod">
        <pc:chgData name="Rodrigue Stultiens" userId="32c8340f-74bb-437d-97de-711241a4a663" providerId="ADAL" clId="{66E34C45-0C8F-4FA0-A442-311BF0DA6F31}" dt="2026-02-18T19:06:03.155" v="2192" actId="790"/>
        <pc:sldMkLst>
          <pc:docMk/>
          <pc:sldMk cId="0" sldId="275"/>
        </pc:sldMkLst>
        <pc:spChg chg="mod">
          <ac:chgData name="Rodrigue Stultiens" userId="32c8340f-74bb-437d-97de-711241a4a663" providerId="ADAL" clId="{66E34C45-0C8F-4FA0-A442-311BF0DA6F31}" dt="2026-02-18T19:06:03.155" v="2192" actId="790"/>
          <ac:spMkLst>
            <pc:docMk/>
            <pc:sldMk cId="0" sldId="275"/>
            <ac:spMk id="2" creationId="{00000000-0000-0000-0000-000000000000}"/>
          </ac:spMkLst>
        </pc:spChg>
      </pc:sldChg>
      <pc:sldChg chg="modSp mod">
        <pc:chgData name="Rodrigue Stultiens" userId="32c8340f-74bb-437d-97de-711241a4a663" providerId="ADAL" clId="{66E34C45-0C8F-4FA0-A442-311BF0DA6F31}" dt="2026-02-11T14:13:28.877" v="1641" actId="790"/>
        <pc:sldMkLst>
          <pc:docMk/>
          <pc:sldMk cId="0" sldId="278"/>
        </pc:sldMkLst>
        <pc:spChg chg="mod">
          <ac:chgData name="Rodrigue Stultiens" userId="32c8340f-74bb-437d-97de-711241a4a663" providerId="ADAL" clId="{66E34C45-0C8F-4FA0-A442-311BF0DA6F31}" dt="2026-02-11T14:13:28.877" v="1641" actId="790"/>
          <ac:spMkLst>
            <pc:docMk/>
            <pc:sldMk cId="0" sldId="278"/>
            <ac:spMk id="2" creationId="{00000000-0000-0000-0000-000000000000}"/>
          </ac:spMkLst>
        </pc:spChg>
      </pc:sldChg>
      <pc:sldChg chg="modSp mod">
        <pc:chgData name="Rodrigue Stultiens" userId="32c8340f-74bb-437d-97de-711241a4a663" providerId="ADAL" clId="{66E34C45-0C8F-4FA0-A442-311BF0DA6F31}" dt="2026-02-11T14:13:24.743" v="1640" actId="790"/>
        <pc:sldMkLst>
          <pc:docMk/>
          <pc:sldMk cId="0" sldId="279"/>
        </pc:sldMkLst>
        <pc:spChg chg="mod">
          <ac:chgData name="Rodrigue Stultiens" userId="32c8340f-74bb-437d-97de-711241a4a663" providerId="ADAL" clId="{66E34C45-0C8F-4FA0-A442-311BF0DA6F31}" dt="2026-02-11T14:13:24.743" v="1640" actId="790"/>
          <ac:spMkLst>
            <pc:docMk/>
            <pc:sldMk cId="0" sldId="279"/>
            <ac:spMk id="2" creationId="{00000000-0000-0000-0000-000000000000}"/>
          </ac:spMkLst>
        </pc:spChg>
      </pc:sldChg>
      <pc:sldChg chg="modSp mod modAnim modNotesTx">
        <pc:chgData name="Rodrigue Stultiens" userId="32c8340f-74bb-437d-97de-711241a4a663" providerId="ADAL" clId="{66E34C45-0C8F-4FA0-A442-311BF0DA6F31}" dt="2026-02-11T14:13:21.114" v="1639" actId="790"/>
        <pc:sldMkLst>
          <pc:docMk/>
          <pc:sldMk cId="0" sldId="280"/>
        </pc:sldMkLst>
        <pc:spChg chg="mod">
          <ac:chgData name="Rodrigue Stultiens" userId="32c8340f-74bb-437d-97de-711241a4a663" providerId="ADAL" clId="{66E34C45-0C8F-4FA0-A442-311BF0DA6F31}" dt="2026-02-11T14:13:21.114" v="1639" actId="790"/>
          <ac:spMkLst>
            <pc:docMk/>
            <pc:sldMk cId="0" sldId="280"/>
            <ac:spMk id="2" creationId="{00000000-0000-0000-0000-000000000000}"/>
          </ac:spMkLst>
        </pc:spChg>
      </pc:sldChg>
      <pc:sldChg chg="modSp mod">
        <pc:chgData name="Rodrigue Stultiens" userId="32c8340f-74bb-437d-97de-711241a4a663" providerId="ADAL" clId="{66E34C45-0C8F-4FA0-A442-311BF0DA6F31}" dt="2026-02-18T19:07:34.313" v="2203" actId="20577"/>
        <pc:sldMkLst>
          <pc:docMk/>
          <pc:sldMk cId="0" sldId="281"/>
        </pc:sldMkLst>
        <pc:spChg chg="mod">
          <ac:chgData name="Rodrigue Stultiens" userId="32c8340f-74bb-437d-97de-711241a4a663" providerId="ADAL" clId="{66E34C45-0C8F-4FA0-A442-311BF0DA6F31}" dt="2026-02-18T19:07:34.313" v="2203" actId="20577"/>
          <ac:spMkLst>
            <pc:docMk/>
            <pc:sldMk cId="0" sldId="281"/>
            <ac:spMk id="2" creationId="{00000000-0000-0000-0000-000000000000}"/>
          </ac:spMkLst>
        </pc:spChg>
      </pc:sldChg>
      <pc:sldChg chg="modSp mod">
        <pc:chgData name="Rodrigue Stultiens" userId="32c8340f-74bb-437d-97de-711241a4a663" providerId="ADAL" clId="{66E34C45-0C8F-4FA0-A442-311BF0DA6F31}" dt="2026-02-11T14:13:32.533" v="1642" actId="790"/>
        <pc:sldMkLst>
          <pc:docMk/>
          <pc:sldMk cId="0" sldId="283"/>
        </pc:sldMkLst>
        <pc:spChg chg="mod">
          <ac:chgData name="Rodrigue Stultiens" userId="32c8340f-74bb-437d-97de-711241a4a663" providerId="ADAL" clId="{66E34C45-0C8F-4FA0-A442-311BF0DA6F31}" dt="2026-02-11T14:13:32.533" v="1642" actId="790"/>
          <ac:spMkLst>
            <pc:docMk/>
            <pc:sldMk cId="0" sldId="283"/>
            <ac:spMk id="2" creationId="{00000000-0000-0000-0000-000000000000}"/>
          </ac:spMkLst>
        </pc:spChg>
      </pc:sldChg>
      <pc:sldChg chg="modSp mod">
        <pc:chgData name="Rodrigue Stultiens" userId="32c8340f-74bb-437d-97de-711241a4a663" providerId="ADAL" clId="{66E34C45-0C8F-4FA0-A442-311BF0DA6F31}" dt="2026-02-11T14:14:07.393" v="1646" actId="790"/>
        <pc:sldMkLst>
          <pc:docMk/>
          <pc:sldMk cId="159123215" sldId="286"/>
        </pc:sldMkLst>
        <pc:spChg chg="mod">
          <ac:chgData name="Rodrigue Stultiens" userId="32c8340f-74bb-437d-97de-711241a4a663" providerId="ADAL" clId="{66E34C45-0C8F-4FA0-A442-311BF0DA6F31}" dt="2026-02-11T14:14:07.393" v="1646" actId="790"/>
          <ac:spMkLst>
            <pc:docMk/>
            <pc:sldMk cId="159123215" sldId="286"/>
            <ac:spMk id="2" creationId="{00000000-0000-0000-0000-000000000000}"/>
          </ac:spMkLst>
        </pc:spChg>
        <pc:spChg chg="mod">
          <ac:chgData name="Rodrigue Stultiens" userId="32c8340f-74bb-437d-97de-711241a4a663" providerId="ADAL" clId="{66E34C45-0C8F-4FA0-A442-311BF0DA6F31}" dt="2026-02-03T10:20:52.859" v="1583" actId="20577"/>
          <ac:spMkLst>
            <pc:docMk/>
            <pc:sldMk cId="159123215" sldId="286"/>
            <ac:spMk id="3" creationId="{00000000-0000-0000-0000-000000000000}"/>
          </ac:spMkLst>
        </pc:spChg>
      </pc:sldChg>
      <pc:sldChg chg="modSp modNotesTx">
        <pc:chgData name="Rodrigue Stultiens" userId="32c8340f-74bb-437d-97de-711241a4a663" providerId="ADAL" clId="{66E34C45-0C8F-4FA0-A442-311BF0DA6F31}" dt="2026-02-18T20:11:48.030" v="2266" actId="20577"/>
        <pc:sldMkLst>
          <pc:docMk/>
          <pc:sldMk cId="4046541900" sldId="288"/>
        </pc:sldMkLst>
        <pc:graphicFrameChg chg="mod">
          <ac:chgData name="Rodrigue Stultiens" userId="32c8340f-74bb-437d-97de-711241a4a663" providerId="ADAL" clId="{66E34C45-0C8F-4FA0-A442-311BF0DA6F31}" dt="2026-02-18T19:39:55.076" v="2205"/>
          <ac:graphicFrameMkLst>
            <pc:docMk/>
            <pc:sldMk cId="4046541900" sldId="288"/>
            <ac:graphicFrameMk id="5" creationId="{0E5B3F4C-1C79-2607-EB45-28CFDA4AA1B1}"/>
          </ac:graphicFrameMkLst>
        </pc:graphicFrameChg>
      </pc:sldChg>
      <pc:sldChg chg="addSp delSp modSp mod modAnim">
        <pc:chgData name="Rodrigue Stultiens" userId="32c8340f-74bb-437d-97de-711241a4a663" providerId="ADAL" clId="{66E34C45-0C8F-4FA0-A442-311BF0DA6F31}" dt="2026-02-18T18:49:37.176" v="2171"/>
        <pc:sldMkLst>
          <pc:docMk/>
          <pc:sldMk cId="1629069684" sldId="289"/>
        </pc:sldMkLst>
        <pc:spChg chg="add mod">
          <ac:chgData name="Rodrigue Stultiens" userId="32c8340f-74bb-437d-97de-711241a4a663" providerId="ADAL" clId="{66E34C45-0C8F-4FA0-A442-311BF0DA6F31}" dt="2026-02-02T08:46:24.576" v="635" actId="1076"/>
          <ac:spMkLst>
            <pc:docMk/>
            <pc:sldMk cId="1629069684" sldId="289"/>
            <ac:spMk id="6" creationId="{ED3B7BB1-B39F-A3E3-E6A1-A79B12A4CC29}"/>
          </ac:spMkLst>
        </pc:spChg>
        <pc:graphicFrameChg chg="mod">
          <ac:chgData name="Rodrigue Stultiens" userId="32c8340f-74bb-437d-97de-711241a4a663" providerId="ADAL" clId="{66E34C45-0C8F-4FA0-A442-311BF0DA6F31}" dt="2026-02-02T08:45:33.704" v="609"/>
          <ac:graphicFrameMkLst>
            <pc:docMk/>
            <pc:sldMk cId="1629069684" sldId="289"/>
            <ac:graphicFrameMk id="5" creationId="{DF2CB93B-FA86-4908-53BB-71325CCF630F}"/>
          </ac:graphicFrameMkLst>
        </pc:graphicFrameChg>
      </pc:sldChg>
      <pc:sldChg chg="modNotesTx">
        <pc:chgData name="Rodrigue Stultiens" userId="32c8340f-74bb-437d-97de-711241a4a663" providerId="ADAL" clId="{66E34C45-0C8F-4FA0-A442-311BF0DA6F31}" dt="2026-02-02T08:45:45.999" v="614" actId="20577"/>
        <pc:sldMkLst>
          <pc:docMk/>
          <pc:sldMk cId="4056406906" sldId="290"/>
        </pc:sldMkLst>
      </pc:sldChg>
      <pc:sldChg chg="modSp mod modNotesTx">
        <pc:chgData name="Rodrigue Stultiens" userId="32c8340f-74bb-437d-97de-711241a4a663" providerId="ADAL" clId="{66E34C45-0C8F-4FA0-A442-311BF0DA6F31}" dt="2026-02-16T08:53:17.835" v="1958" actId="1035"/>
        <pc:sldMkLst>
          <pc:docMk/>
          <pc:sldMk cId="4068905266" sldId="293"/>
        </pc:sldMkLst>
        <pc:spChg chg="mod">
          <ac:chgData name="Rodrigue Stultiens" userId="32c8340f-74bb-437d-97de-711241a4a663" providerId="ADAL" clId="{66E34C45-0C8F-4FA0-A442-311BF0DA6F31}" dt="2026-02-16T08:53:17.835" v="1958" actId="1035"/>
          <ac:spMkLst>
            <pc:docMk/>
            <pc:sldMk cId="4068905266" sldId="293"/>
            <ac:spMk id="3" creationId="{B31929D4-821F-6690-44B7-4A8CEE252DD7}"/>
          </ac:spMkLst>
        </pc:spChg>
      </pc:sldChg>
      <pc:sldChg chg="modSp mod modNotesTx">
        <pc:chgData name="Rodrigue Stultiens" userId="32c8340f-74bb-437d-97de-711241a4a663" providerId="ADAL" clId="{66E34C45-0C8F-4FA0-A442-311BF0DA6F31}" dt="2026-02-03T09:49:29.699" v="700" actId="20577"/>
        <pc:sldMkLst>
          <pc:docMk/>
          <pc:sldMk cId="333680314" sldId="297"/>
        </pc:sldMkLst>
        <pc:spChg chg="mod">
          <ac:chgData name="Rodrigue Stultiens" userId="32c8340f-74bb-437d-97de-711241a4a663" providerId="ADAL" clId="{66E34C45-0C8F-4FA0-A442-311BF0DA6F31}" dt="2026-02-03T09:49:29.699" v="700" actId="20577"/>
          <ac:spMkLst>
            <pc:docMk/>
            <pc:sldMk cId="333680314" sldId="297"/>
            <ac:spMk id="3" creationId="{89B60FCB-EF04-6BB2-C716-CDA75BCBEAAD}"/>
          </ac:spMkLst>
        </pc:spChg>
      </pc:sldChg>
      <pc:sldChg chg="addSp modSp mod modAnim">
        <pc:chgData name="Rodrigue Stultiens" userId="32c8340f-74bb-437d-97de-711241a4a663" providerId="ADAL" clId="{66E34C45-0C8F-4FA0-A442-311BF0DA6F31}" dt="2026-02-18T19:06:50.807" v="2194" actId="790"/>
        <pc:sldMkLst>
          <pc:docMk/>
          <pc:sldMk cId="3267847618" sldId="298"/>
        </pc:sldMkLst>
        <pc:spChg chg="add mod">
          <ac:chgData name="Rodrigue Stultiens" userId="32c8340f-74bb-437d-97de-711241a4a663" providerId="ADAL" clId="{66E34C45-0C8F-4FA0-A442-311BF0DA6F31}" dt="2026-02-18T19:06:50.807" v="2194" actId="790"/>
          <ac:spMkLst>
            <pc:docMk/>
            <pc:sldMk cId="3267847618" sldId="298"/>
            <ac:spMk id="2" creationId="{BE1C5148-D3CD-D7D4-9B7F-B92F7B481AF4}"/>
          </ac:spMkLst>
        </pc:spChg>
        <pc:spChg chg="mod">
          <ac:chgData name="Rodrigue Stultiens" userId="32c8340f-74bb-437d-97de-711241a4a663" providerId="ADAL" clId="{66E34C45-0C8F-4FA0-A442-311BF0DA6F31}" dt="2026-02-18T19:06:50.807" v="2194" actId="790"/>
          <ac:spMkLst>
            <pc:docMk/>
            <pc:sldMk cId="3267847618" sldId="298"/>
            <ac:spMk id="3" creationId="{F649022E-1BCB-6948-3B5F-BAB9C1079800}"/>
          </ac:spMkLst>
        </pc:spChg>
        <pc:spChg chg="mod">
          <ac:chgData name="Rodrigue Stultiens" userId="32c8340f-74bb-437d-97de-711241a4a663" providerId="ADAL" clId="{66E34C45-0C8F-4FA0-A442-311BF0DA6F31}" dt="2026-02-18T19:06:50.807" v="2194" actId="790"/>
          <ac:spMkLst>
            <pc:docMk/>
            <pc:sldMk cId="3267847618" sldId="298"/>
            <ac:spMk id="4" creationId="{3CB603DA-BFB8-4162-536A-434F60951B15}"/>
          </ac:spMkLst>
        </pc:spChg>
      </pc:sldChg>
      <pc:sldChg chg="modSp mod">
        <pc:chgData name="Rodrigue Stultiens" userId="32c8340f-74bb-437d-97de-711241a4a663" providerId="ADAL" clId="{66E34C45-0C8F-4FA0-A442-311BF0DA6F31}" dt="2026-02-18T19:05:23.807" v="2190" actId="20577"/>
        <pc:sldMkLst>
          <pc:docMk/>
          <pc:sldMk cId="1155833295" sldId="299"/>
        </pc:sldMkLst>
        <pc:spChg chg="mod">
          <ac:chgData name="Rodrigue Stultiens" userId="32c8340f-74bb-437d-97de-711241a4a663" providerId="ADAL" clId="{66E34C45-0C8F-4FA0-A442-311BF0DA6F31}" dt="2026-02-18T19:05:23.807" v="2190" actId="20577"/>
          <ac:spMkLst>
            <pc:docMk/>
            <pc:sldMk cId="1155833295" sldId="299"/>
            <ac:spMk id="5" creationId="{27DAB3B7-B140-DBAA-AF82-26A3F69046BF}"/>
          </ac:spMkLst>
        </pc:spChg>
      </pc:sldChg>
      <pc:sldChg chg="modSp mod">
        <pc:chgData name="Rodrigue Stultiens" userId="32c8340f-74bb-437d-97de-711241a4a663" providerId="ADAL" clId="{66E34C45-0C8F-4FA0-A442-311BF0DA6F31}" dt="2026-02-18T19:06:44.244" v="2193" actId="790"/>
        <pc:sldMkLst>
          <pc:docMk/>
          <pc:sldMk cId="2961208917" sldId="301"/>
        </pc:sldMkLst>
        <pc:spChg chg="mod">
          <ac:chgData name="Rodrigue Stultiens" userId="32c8340f-74bb-437d-97de-711241a4a663" providerId="ADAL" clId="{66E34C45-0C8F-4FA0-A442-311BF0DA6F31}" dt="2026-02-18T19:06:44.244" v="2193" actId="790"/>
          <ac:spMkLst>
            <pc:docMk/>
            <pc:sldMk cId="2961208917" sldId="301"/>
            <ac:spMk id="3" creationId="{2BF7CA35-7BAA-DCD0-275A-9F6D7E555EEB}"/>
          </ac:spMkLst>
        </pc:spChg>
      </pc:sldChg>
      <pc:sldChg chg="modSp new mod">
        <pc:chgData name="Rodrigue Stultiens" userId="32c8340f-74bb-437d-97de-711241a4a663" providerId="ADAL" clId="{66E34C45-0C8F-4FA0-A442-311BF0DA6F31}" dt="2026-02-11T14:13:51.536" v="1645" actId="790"/>
        <pc:sldMkLst>
          <pc:docMk/>
          <pc:sldMk cId="4004816485" sldId="302"/>
        </pc:sldMkLst>
        <pc:spChg chg="mod">
          <ac:chgData name="Rodrigue Stultiens" userId="32c8340f-74bb-437d-97de-711241a4a663" providerId="ADAL" clId="{66E34C45-0C8F-4FA0-A442-311BF0DA6F31}" dt="2026-02-11T14:13:51.536" v="1645" actId="790"/>
          <ac:spMkLst>
            <pc:docMk/>
            <pc:sldMk cId="4004816485" sldId="302"/>
            <ac:spMk id="2" creationId="{E7990F4C-3BDA-0D71-2651-6A5086688CFD}"/>
          </ac:spMkLst>
        </pc:spChg>
        <pc:spChg chg="mod">
          <ac:chgData name="Rodrigue Stultiens" userId="32c8340f-74bb-437d-97de-711241a4a663" providerId="ADAL" clId="{66E34C45-0C8F-4FA0-A442-311BF0DA6F31}" dt="2026-02-03T18:16:53.487" v="1628" actId="20577"/>
          <ac:spMkLst>
            <pc:docMk/>
            <pc:sldMk cId="4004816485" sldId="302"/>
            <ac:spMk id="3" creationId="{D432AF71-1B3B-8DD3-CF69-A6555FA31DC2}"/>
          </ac:spMkLst>
        </pc:spChg>
      </pc:sldChg>
      <pc:sldChg chg="modSp add mod addAnim delAnim modAnim modNotesTx">
        <pc:chgData name="Rodrigue Stultiens" userId="32c8340f-74bb-437d-97de-711241a4a663" providerId="ADAL" clId="{66E34C45-0C8F-4FA0-A442-311BF0DA6F31}" dt="2026-02-18T20:32:15.188" v="2527" actId="20577"/>
        <pc:sldMkLst>
          <pc:docMk/>
          <pc:sldMk cId="3827789402" sldId="563"/>
        </pc:sldMkLst>
        <pc:spChg chg="mod">
          <ac:chgData name="Rodrigue Stultiens" userId="32c8340f-74bb-437d-97de-711241a4a663" providerId="ADAL" clId="{66E34C45-0C8F-4FA0-A442-311BF0DA6F31}" dt="2026-02-18T20:31:36.650" v="2511" actId="313"/>
          <ac:spMkLst>
            <pc:docMk/>
            <pc:sldMk cId="3827789402" sldId="563"/>
            <ac:spMk id="2" creationId="{F1197838-42B4-DCC3-B58E-051BA75B4831}"/>
          </ac:spMkLst>
        </pc:spChg>
        <pc:spChg chg="mod">
          <ac:chgData name="Rodrigue Stultiens" userId="32c8340f-74bb-437d-97de-711241a4a663" providerId="ADAL" clId="{66E34C45-0C8F-4FA0-A442-311BF0DA6F31}" dt="2026-02-16T08:31:28.571" v="1820" actId="20577"/>
          <ac:spMkLst>
            <pc:docMk/>
            <pc:sldMk cId="3827789402" sldId="563"/>
            <ac:spMk id="5" creationId="{967C05DF-1865-BA00-6F09-0EEEBBBE661A}"/>
          </ac:spMkLst>
        </pc:spChg>
      </pc:sldChg>
      <pc:sldChg chg="modSp new mod">
        <pc:chgData name="Rodrigue Stultiens" userId="32c8340f-74bb-437d-97de-711241a4a663" providerId="ADAL" clId="{66E34C45-0C8F-4FA0-A442-311BF0DA6F31}" dt="2026-02-16T08:58:54.497" v="2170" actId="20577"/>
        <pc:sldMkLst>
          <pc:docMk/>
          <pc:sldMk cId="1811441071" sldId="564"/>
        </pc:sldMkLst>
        <pc:spChg chg="mod">
          <ac:chgData name="Rodrigue Stultiens" userId="32c8340f-74bb-437d-97de-711241a4a663" providerId="ADAL" clId="{66E34C45-0C8F-4FA0-A442-311BF0DA6F31}" dt="2026-02-16T08:58:54.497" v="2170" actId="20577"/>
          <ac:spMkLst>
            <pc:docMk/>
            <pc:sldMk cId="1811441071" sldId="564"/>
            <ac:spMk id="2" creationId="{EB99A9EB-C6FB-B5AB-0517-B90964673BE1}"/>
          </ac:spMkLst>
        </pc:spChg>
        <pc:spChg chg="mod">
          <ac:chgData name="Rodrigue Stultiens" userId="32c8340f-74bb-437d-97de-711241a4a663" providerId="ADAL" clId="{66E34C45-0C8F-4FA0-A442-311BF0DA6F31}" dt="2026-02-16T08:54:40.843" v="1991" actId="20577"/>
          <ac:spMkLst>
            <pc:docMk/>
            <pc:sldMk cId="1811441071" sldId="564"/>
            <ac:spMk id="3" creationId="{56542AC0-52DD-3068-EDC6-2B4FC8E0DAF6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68FF1D-3864-4BE6-BC7F-1BD2DC442F98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nl-BE"/>
        </a:p>
      </dgm:t>
    </dgm:pt>
    <dgm:pt modelId="{C54F6928-5F83-4156-8B0D-B9BFECFFA996}">
      <dgm:prSet phldrT="[Text]" custT="1"/>
      <dgm:spPr/>
      <dgm:t>
        <a:bodyPr/>
        <a:lstStyle/>
        <a:p>
          <a:r>
            <a:rPr lang="en-GB" sz="1000" dirty="0"/>
            <a:t>Requirements</a:t>
          </a:r>
          <a:endParaRPr lang="nl-BE" sz="1000" dirty="0"/>
        </a:p>
      </dgm:t>
    </dgm:pt>
    <dgm:pt modelId="{0941B07E-71C2-4D70-BAF0-AC47FCFB45D0}" type="parTrans" cxnId="{C5F552CE-F5B3-4BD4-B495-E1A4ADE58D7E}">
      <dgm:prSet/>
      <dgm:spPr/>
      <dgm:t>
        <a:bodyPr/>
        <a:lstStyle/>
        <a:p>
          <a:endParaRPr lang="nl-BE" sz="4000"/>
        </a:p>
      </dgm:t>
    </dgm:pt>
    <dgm:pt modelId="{398F11B0-4FCA-4A18-A63E-A12BC97817DF}" type="sibTrans" cxnId="{C5F552CE-F5B3-4BD4-B495-E1A4ADE58D7E}">
      <dgm:prSet custT="1"/>
      <dgm:spPr/>
      <dgm:t>
        <a:bodyPr/>
        <a:lstStyle/>
        <a:p>
          <a:endParaRPr lang="nl-BE" sz="1100"/>
        </a:p>
      </dgm:t>
    </dgm:pt>
    <dgm:pt modelId="{DA2C6280-089F-4749-BC15-665E4278C232}">
      <dgm:prSet phldrT="[Text]" custT="1"/>
      <dgm:spPr/>
      <dgm:t>
        <a:bodyPr/>
        <a:lstStyle/>
        <a:p>
          <a:r>
            <a:rPr lang="en-GB" sz="1200" dirty="0"/>
            <a:t>UI-definition</a:t>
          </a:r>
          <a:endParaRPr lang="nl-BE" sz="1200" dirty="0"/>
        </a:p>
      </dgm:t>
    </dgm:pt>
    <dgm:pt modelId="{390908AF-7EB1-4492-8211-3F1089AC17EA}" type="parTrans" cxnId="{F68B6789-5025-4FE4-842B-1F9B81E0A519}">
      <dgm:prSet/>
      <dgm:spPr/>
      <dgm:t>
        <a:bodyPr/>
        <a:lstStyle/>
        <a:p>
          <a:endParaRPr lang="nl-BE" sz="4000"/>
        </a:p>
      </dgm:t>
    </dgm:pt>
    <dgm:pt modelId="{CC4DDACF-16D6-4CAD-BA09-5C469BF49233}" type="sibTrans" cxnId="{F68B6789-5025-4FE4-842B-1F9B81E0A519}">
      <dgm:prSet custT="1"/>
      <dgm:spPr/>
      <dgm:t>
        <a:bodyPr/>
        <a:lstStyle/>
        <a:p>
          <a:endParaRPr lang="nl-BE" sz="1100"/>
        </a:p>
      </dgm:t>
    </dgm:pt>
    <dgm:pt modelId="{ACA45B21-C895-459F-88D1-C998961DA4EE}">
      <dgm:prSet phldrT="[Text]" custT="1"/>
      <dgm:spPr/>
      <dgm:t>
        <a:bodyPr/>
        <a:lstStyle/>
        <a:p>
          <a:r>
            <a:rPr lang="en-GB" sz="1400" dirty="0"/>
            <a:t>Design</a:t>
          </a:r>
          <a:endParaRPr lang="nl-BE" sz="1400" dirty="0"/>
        </a:p>
      </dgm:t>
    </dgm:pt>
    <dgm:pt modelId="{36D7426C-D573-4FC8-B9AB-422DB68FA226}" type="parTrans" cxnId="{E5CDD829-FDDB-4890-93F1-A9B36FC0B30C}">
      <dgm:prSet/>
      <dgm:spPr/>
      <dgm:t>
        <a:bodyPr/>
        <a:lstStyle/>
        <a:p>
          <a:endParaRPr lang="nl-BE" sz="4000"/>
        </a:p>
      </dgm:t>
    </dgm:pt>
    <dgm:pt modelId="{93C1025C-4047-4C81-A5B7-19AA6880AC2D}" type="sibTrans" cxnId="{E5CDD829-FDDB-4890-93F1-A9B36FC0B30C}">
      <dgm:prSet custT="1"/>
      <dgm:spPr/>
      <dgm:t>
        <a:bodyPr/>
        <a:lstStyle/>
        <a:p>
          <a:endParaRPr lang="nl-BE" sz="1100"/>
        </a:p>
      </dgm:t>
    </dgm:pt>
    <dgm:pt modelId="{4E4F4ED0-AEBE-4A63-805F-9650FC4E4F47}">
      <dgm:prSet phldrT="[Text]" custT="1"/>
      <dgm:spPr/>
      <dgm:t>
        <a:bodyPr/>
        <a:lstStyle/>
        <a:p>
          <a:r>
            <a:rPr lang="en-GB" sz="1400" dirty="0"/>
            <a:t>SW- Development</a:t>
          </a:r>
          <a:endParaRPr lang="nl-BE" sz="1400" dirty="0"/>
        </a:p>
      </dgm:t>
    </dgm:pt>
    <dgm:pt modelId="{86602C53-A4EB-417C-90A1-056A90F50938}" type="parTrans" cxnId="{2A8EF35A-C971-48BD-B41D-FC3B8A24E4E6}">
      <dgm:prSet/>
      <dgm:spPr/>
      <dgm:t>
        <a:bodyPr/>
        <a:lstStyle/>
        <a:p>
          <a:endParaRPr lang="nl-BE" sz="4000"/>
        </a:p>
      </dgm:t>
    </dgm:pt>
    <dgm:pt modelId="{D2C4A973-19A6-40C9-9600-A1A1F2616134}" type="sibTrans" cxnId="{2A8EF35A-C971-48BD-B41D-FC3B8A24E4E6}">
      <dgm:prSet custT="1"/>
      <dgm:spPr/>
      <dgm:t>
        <a:bodyPr/>
        <a:lstStyle/>
        <a:p>
          <a:endParaRPr lang="nl-BE" sz="1100"/>
        </a:p>
      </dgm:t>
    </dgm:pt>
    <dgm:pt modelId="{97F476F4-630F-42F0-8C7C-F663C9BBE4E6}">
      <dgm:prSet phldrT="[Text]" custT="1"/>
      <dgm:spPr/>
      <dgm:t>
        <a:bodyPr/>
        <a:lstStyle/>
        <a:p>
          <a:r>
            <a:rPr lang="en-GB" sz="1000" dirty="0"/>
            <a:t>System Integration</a:t>
          </a:r>
          <a:endParaRPr lang="nl-BE" sz="1000" dirty="0"/>
        </a:p>
      </dgm:t>
    </dgm:pt>
    <dgm:pt modelId="{7FE8271D-A995-4731-AC7B-9F47C4B8F3A6}" type="parTrans" cxnId="{1BA73552-18AD-4089-B9F1-F449DF46D5E9}">
      <dgm:prSet/>
      <dgm:spPr/>
      <dgm:t>
        <a:bodyPr/>
        <a:lstStyle/>
        <a:p>
          <a:endParaRPr lang="nl-BE" sz="4000"/>
        </a:p>
      </dgm:t>
    </dgm:pt>
    <dgm:pt modelId="{02607044-2421-4707-BDB5-B3739A928338}" type="sibTrans" cxnId="{1BA73552-18AD-4089-B9F1-F449DF46D5E9}">
      <dgm:prSet custT="1"/>
      <dgm:spPr/>
      <dgm:t>
        <a:bodyPr/>
        <a:lstStyle/>
        <a:p>
          <a:endParaRPr lang="nl-BE" sz="1100"/>
        </a:p>
      </dgm:t>
    </dgm:pt>
    <dgm:pt modelId="{1206985D-E533-427A-9140-9408312960BE}">
      <dgm:prSet phldrT="[Text]" custT="1"/>
      <dgm:spPr/>
      <dgm:t>
        <a:bodyPr/>
        <a:lstStyle/>
        <a:p>
          <a:r>
            <a:rPr lang="en-GB" sz="1000" dirty="0"/>
            <a:t>Verification</a:t>
          </a:r>
          <a:endParaRPr lang="nl-BE" sz="1000" dirty="0"/>
        </a:p>
      </dgm:t>
    </dgm:pt>
    <dgm:pt modelId="{7F09606B-8D56-44DA-98D5-622E5FA37880}" type="parTrans" cxnId="{38C4709B-BF41-42CF-82C9-EAA9490F68C2}">
      <dgm:prSet/>
      <dgm:spPr/>
      <dgm:t>
        <a:bodyPr/>
        <a:lstStyle/>
        <a:p>
          <a:endParaRPr lang="nl-BE" sz="4000"/>
        </a:p>
      </dgm:t>
    </dgm:pt>
    <dgm:pt modelId="{DB699206-E9B7-408D-9A7C-9FFCF49D4E6C}" type="sibTrans" cxnId="{38C4709B-BF41-42CF-82C9-EAA9490F68C2}">
      <dgm:prSet custT="1"/>
      <dgm:spPr/>
      <dgm:t>
        <a:bodyPr/>
        <a:lstStyle/>
        <a:p>
          <a:endParaRPr lang="nl-BE" sz="1100"/>
        </a:p>
      </dgm:t>
    </dgm:pt>
    <dgm:pt modelId="{0CD528CC-AF67-46F5-962D-0BCE0B28CF90}">
      <dgm:prSet phldrT="[Text]" custT="1"/>
      <dgm:spPr/>
      <dgm:t>
        <a:bodyPr/>
        <a:lstStyle/>
        <a:p>
          <a:r>
            <a:rPr lang="en-GB" sz="1100" dirty="0"/>
            <a:t>Validation</a:t>
          </a:r>
          <a:endParaRPr lang="nl-BE" sz="1100" dirty="0"/>
        </a:p>
      </dgm:t>
    </dgm:pt>
    <dgm:pt modelId="{B4616328-2C02-491D-A691-CA0C831856A8}" type="parTrans" cxnId="{D19D515F-BFD7-42B1-9703-AA9DF34190DE}">
      <dgm:prSet/>
      <dgm:spPr/>
      <dgm:t>
        <a:bodyPr/>
        <a:lstStyle/>
        <a:p>
          <a:endParaRPr lang="nl-BE" sz="4000"/>
        </a:p>
      </dgm:t>
    </dgm:pt>
    <dgm:pt modelId="{B2BA4849-B907-40E0-A9D9-EDC5AAE74E98}" type="sibTrans" cxnId="{D19D515F-BFD7-42B1-9703-AA9DF34190DE}">
      <dgm:prSet custT="1"/>
      <dgm:spPr/>
      <dgm:t>
        <a:bodyPr/>
        <a:lstStyle/>
        <a:p>
          <a:endParaRPr lang="nl-BE" sz="1100"/>
        </a:p>
      </dgm:t>
    </dgm:pt>
    <dgm:pt modelId="{0CC0681C-1BBD-4415-9090-78CEF6B42FCE}">
      <dgm:prSet phldrT="[Text]" custT="1"/>
      <dgm:spPr/>
      <dgm:t>
        <a:bodyPr/>
        <a:lstStyle/>
        <a:p>
          <a:r>
            <a:rPr lang="en-GB" sz="1400" dirty="0"/>
            <a:t>Production</a:t>
          </a:r>
          <a:endParaRPr lang="nl-BE" sz="1400" dirty="0"/>
        </a:p>
      </dgm:t>
    </dgm:pt>
    <dgm:pt modelId="{A5B25DF2-6B36-4255-AE29-D1344E2C97BD}" type="parTrans" cxnId="{E0489E4A-0E4A-4267-A987-3CD14117CB0D}">
      <dgm:prSet/>
      <dgm:spPr/>
      <dgm:t>
        <a:bodyPr/>
        <a:lstStyle/>
        <a:p>
          <a:endParaRPr lang="nl-BE" sz="4000"/>
        </a:p>
      </dgm:t>
    </dgm:pt>
    <dgm:pt modelId="{3C675C32-B235-4DCB-8FCA-FF2CCDC38F77}" type="sibTrans" cxnId="{E0489E4A-0E4A-4267-A987-3CD14117CB0D}">
      <dgm:prSet custT="1"/>
      <dgm:spPr/>
      <dgm:t>
        <a:bodyPr/>
        <a:lstStyle/>
        <a:p>
          <a:endParaRPr lang="nl-BE" sz="1100"/>
        </a:p>
      </dgm:t>
    </dgm:pt>
    <dgm:pt modelId="{34719883-8522-414A-BC0C-DA48B6E1A361}">
      <dgm:prSet phldrT="[Text]" custT="1"/>
      <dgm:spPr/>
      <dgm:t>
        <a:bodyPr/>
        <a:lstStyle/>
        <a:p>
          <a:r>
            <a:rPr lang="en-GB" sz="900" dirty="0"/>
            <a:t>Maintenance</a:t>
          </a:r>
          <a:endParaRPr lang="nl-BE" sz="900" dirty="0"/>
        </a:p>
      </dgm:t>
    </dgm:pt>
    <dgm:pt modelId="{3260FE01-EC9B-4B41-B2A3-DADB466F1D2C}" type="parTrans" cxnId="{C26078C0-B2EC-4F7F-B155-AF592FA7A616}">
      <dgm:prSet/>
      <dgm:spPr/>
      <dgm:t>
        <a:bodyPr/>
        <a:lstStyle/>
        <a:p>
          <a:endParaRPr lang="nl-BE" sz="4000"/>
        </a:p>
      </dgm:t>
    </dgm:pt>
    <dgm:pt modelId="{530C5A3E-FA0D-44E3-97F7-7C6279010212}" type="sibTrans" cxnId="{C26078C0-B2EC-4F7F-B155-AF592FA7A616}">
      <dgm:prSet custT="1"/>
      <dgm:spPr/>
      <dgm:t>
        <a:bodyPr/>
        <a:lstStyle/>
        <a:p>
          <a:endParaRPr lang="nl-BE" sz="1100"/>
        </a:p>
      </dgm:t>
    </dgm:pt>
    <dgm:pt modelId="{6521F07E-A97E-4576-9497-6A3F02F7DCA5}" type="pres">
      <dgm:prSet presAssocID="{4868FF1D-3864-4BE6-BC7F-1BD2DC442F98}" presName="cycle" presStyleCnt="0">
        <dgm:presLayoutVars>
          <dgm:dir/>
          <dgm:resizeHandles val="exact"/>
        </dgm:presLayoutVars>
      </dgm:prSet>
      <dgm:spPr/>
    </dgm:pt>
    <dgm:pt modelId="{1241F371-5429-4203-B0A4-09B16D8C5B1F}" type="pres">
      <dgm:prSet presAssocID="{C54F6928-5F83-4156-8B0D-B9BFECFFA996}" presName="node" presStyleLbl="node1" presStyleIdx="0" presStyleCnt="9">
        <dgm:presLayoutVars>
          <dgm:bulletEnabled val="1"/>
        </dgm:presLayoutVars>
      </dgm:prSet>
      <dgm:spPr/>
    </dgm:pt>
    <dgm:pt modelId="{F9F3BB27-F732-4C31-A931-09F72606D20A}" type="pres">
      <dgm:prSet presAssocID="{398F11B0-4FCA-4A18-A63E-A12BC97817DF}" presName="sibTrans" presStyleLbl="sibTrans2D1" presStyleIdx="0" presStyleCnt="9"/>
      <dgm:spPr/>
    </dgm:pt>
    <dgm:pt modelId="{D833EF6B-FD40-46C2-A91C-EA94EF09190B}" type="pres">
      <dgm:prSet presAssocID="{398F11B0-4FCA-4A18-A63E-A12BC97817DF}" presName="connectorText" presStyleLbl="sibTrans2D1" presStyleIdx="0" presStyleCnt="9"/>
      <dgm:spPr/>
    </dgm:pt>
    <dgm:pt modelId="{9D2D8D6D-6A0A-4235-BC5E-12D2698680B9}" type="pres">
      <dgm:prSet presAssocID="{DA2C6280-089F-4749-BC15-665E4278C232}" presName="node" presStyleLbl="node1" presStyleIdx="1" presStyleCnt="9">
        <dgm:presLayoutVars>
          <dgm:bulletEnabled val="1"/>
        </dgm:presLayoutVars>
      </dgm:prSet>
      <dgm:spPr/>
    </dgm:pt>
    <dgm:pt modelId="{0A737AD9-E297-41F2-90CC-240EB34B8E3E}" type="pres">
      <dgm:prSet presAssocID="{CC4DDACF-16D6-4CAD-BA09-5C469BF49233}" presName="sibTrans" presStyleLbl="sibTrans2D1" presStyleIdx="1" presStyleCnt="9"/>
      <dgm:spPr/>
    </dgm:pt>
    <dgm:pt modelId="{BDA13AA2-19DA-4415-8F4E-F5946ED03220}" type="pres">
      <dgm:prSet presAssocID="{CC4DDACF-16D6-4CAD-BA09-5C469BF49233}" presName="connectorText" presStyleLbl="sibTrans2D1" presStyleIdx="1" presStyleCnt="9"/>
      <dgm:spPr/>
    </dgm:pt>
    <dgm:pt modelId="{2063280E-9561-4BBB-AB89-5EF1B821208C}" type="pres">
      <dgm:prSet presAssocID="{ACA45B21-C895-459F-88D1-C998961DA4EE}" presName="node" presStyleLbl="node1" presStyleIdx="2" presStyleCnt="9">
        <dgm:presLayoutVars>
          <dgm:bulletEnabled val="1"/>
        </dgm:presLayoutVars>
      </dgm:prSet>
      <dgm:spPr/>
    </dgm:pt>
    <dgm:pt modelId="{1C47A5AB-CD09-4E2C-9E60-3548D8EA923A}" type="pres">
      <dgm:prSet presAssocID="{93C1025C-4047-4C81-A5B7-19AA6880AC2D}" presName="sibTrans" presStyleLbl="sibTrans2D1" presStyleIdx="2" presStyleCnt="9"/>
      <dgm:spPr/>
    </dgm:pt>
    <dgm:pt modelId="{6AD2DEBC-1D9A-49C8-884B-C72DE1207DC9}" type="pres">
      <dgm:prSet presAssocID="{93C1025C-4047-4C81-A5B7-19AA6880AC2D}" presName="connectorText" presStyleLbl="sibTrans2D1" presStyleIdx="2" presStyleCnt="9"/>
      <dgm:spPr/>
    </dgm:pt>
    <dgm:pt modelId="{2A86091E-726C-4E23-9FF7-1AD8277AE092}" type="pres">
      <dgm:prSet presAssocID="{4E4F4ED0-AEBE-4A63-805F-9650FC4E4F47}" presName="node" presStyleLbl="node1" presStyleIdx="3" presStyleCnt="9">
        <dgm:presLayoutVars>
          <dgm:bulletEnabled val="1"/>
        </dgm:presLayoutVars>
      </dgm:prSet>
      <dgm:spPr/>
    </dgm:pt>
    <dgm:pt modelId="{73C6F99E-4B10-4169-B0AD-1975076CD107}" type="pres">
      <dgm:prSet presAssocID="{D2C4A973-19A6-40C9-9600-A1A1F2616134}" presName="sibTrans" presStyleLbl="sibTrans2D1" presStyleIdx="3" presStyleCnt="9"/>
      <dgm:spPr/>
    </dgm:pt>
    <dgm:pt modelId="{8A2837A0-6A7B-4153-AA67-3B86E40C3AA4}" type="pres">
      <dgm:prSet presAssocID="{D2C4A973-19A6-40C9-9600-A1A1F2616134}" presName="connectorText" presStyleLbl="sibTrans2D1" presStyleIdx="3" presStyleCnt="9"/>
      <dgm:spPr/>
    </dgm:pt>
    <dgm:pt modelId="{042662CD-1B38-4FCF-B188-F3FFDDF12249}" type="pres">
      <dgm:prSet presAssocID="{97F476F4-630F-42F0-8C7C-F663C9BBE4E6}" presName="node" presStyleLbl="node1" presStyleIdx="4" presStyleCnt="9">
        <dgm:presLayoutVars>
          <dgm:bulletEnabled val="1"/>
        </dgm:presLayoutVars>
      </dgm:prSet>
      <dgm:spPr/>
    </dgm:pt>
    <dgm:pt modelId="{0373334B-4C6E-4F52-8774-A4B81060D60F}" type="pres">
      <dgm:prSet presAssocID="{02607044-2421-4707-BDB5-B3739A928338}" presName="sibTrans" presStyleLbl="sibTrans2D1" presStyleIdx="4" presStyleCnt="9"/>
      <dgm:spPr/>
    </dgm:pt>
    <dgm:pt modelId="{C5BC552D-5876-4AAF-805B-D518FFFE80FA}" type="pres">
      <dgm:prSet presAssocID="{02607044-2421-4707-BDB5-B3739A928338}" presName="connectorText" presStyleLbl="sibTrans2D1" presStyleIdx="4" presStyleCnt="9"/>
      <dgm:spPr/>
    </dgm:pt>
    <dgm:pt modelId="{C9678192-33CF-4AD4-96E5-32A0B3CADAC6}" type="pres">
      <dgm:prSet presAssocID="{1206985D-E533-427A-9140-9408312960BE}" presName="node" presStyleLbl="node1" presStyleIdx="5" presStyleCnt="9">
        <dgm:presLayoutVars>
          <dgm:bulletEnabled val="1"/>
        </dgm:presLayoutVars>
      </dgm:prSet>
      <dgm:spPr/>
    </dgm:pt>
    <dgm:pt modelId="{B71CBCDD-3859-4569-8979-F7CA74296C49}" type="pres">
      <dgm:prSet presAssocID="{DB699206-E9B7-408D-9A7C-9FFCF49D4E6C}" presName="sibTrans" presStyleLbl="sibTrans2D1" presStyleIdx="5" presStyleCnt="9"/>
      <dgm:spPr/>
    </dgm:pt>
    <dgm:pt modelId="{A1A617E9-21DE-4AD0-8134-F7A1331CE230}" type="pres">
      <dgm:prSet presAssocID="{DB699206-E9B7-408D-9A7C-9FFCF49D4E6C}" presName="connectorText" presStyleLbl="sibTrans2D1" presStyleIdx="5" presStyleCnt="9"/>
      <dgm:spPr/>
    </dgm:pt>
    <dgm:pt modelId="{A237328F-C6A3-4D02-8B01-0C56EFBB4624}" type="pres">
      <dgm:prSet presAssocID="{0CD528CC-AF67-46F5-962D-0BCE0B28CF90}" presName="node" presStyleLbl="node1" presStyleIdx="6" presStyleCnt="9">
        <dgm:presLayoutVars>
          <dgm:bulletEnabled val="1"/>
        </dgm:presLayoutVars>
      </dgm:prSet>
      <dgm:spPr/>
    </dgm:pt>
    <dgm:pt modelId="{A5C525C2-7FD8-48A7-8201-8D5897F211F1}" type="pres">
      <dgm:prSet presAssocID="{B2BA4849-B907-40E0-A9D9-EDC5AAE74E98}" presName="sibTrans" presStyleLbl="sibTrans2D1" presStyleIdx="6" presStyleCnt="9"/>
      <dgm:spPr/>
    </dgm:pt>
    <dgm:pt modelId="{608FE142-8068-4A67-A6B1-FAE63E491086}" type="pres">
      <dgm:prSet presAssocID="{B2BA4849-B907-40E0-A9D9-EDC5AAE74E98}" presName="connectorText" presStyleLbl="sibTrans2D1" presStyleIdx="6" presStyleCnt="9"/>
      <dgm:spPr/>
    </dgm:pt>
    <dgm:pt modelId="{E2E32ACA-C2B5-48F8-B768-0E8C33B5AA58}" type="pres">
      <dgm:prSet presAssocID="{0CC0681C-1BBD-4415-9090-78CEF6B42FCE}" presName="node" presStyleLbl="node1" presStyleIdx="7" presStyleCnt="9">
        <dgm:presLayoutVars>
          <dgm:bulletEnabled val="1"/>
        </dgm:presLayoutVars>
      </dgm:prSet>
      <dgm:spPr/>
    </dgm:pt>
    <dgm:pt modelId="{8B7DFD28-4B0A-4BD2-8147-51F1720664EC}" type="pres">
      <dgm:prSet presAssocID="{3C675C32-B235-4DCB-8FCA-FF2CCDC38F77}" presName="sibTrans" presStyleLbl="sibTrans2D1" presStyleIdx="7" presStyleCnt="9"/>
      <dgm:spPr/>
    </dgm:pt>
    <dgm:pt modelId="{8A75FDAB-760A-40FC-9DCC-41C0375FA5C8}" type="pres">
      <dgm:prSet presAssocID="{3C675C32-B235-4DCB-8FCA-FF2CCDC38F77}" presName="connectorText" presStyleLbl="sibTrans2D1" presStyleIdx="7" presStyleCnt="9"/>
      <dgm:spPr/>
    </dgm:pt>
    <dgm:pt modelId="{0D3981C2-9334-4F6C-847D-B0372F314761}" type="pres">
      <dgm:prSet presAssocID="{34719883-8522-414A-BC0C-DA48B6E1A361}" presName="node" presStyleLbl="node1" presStyleIdx="8" presStyleCnt="9">
        <dgm:presLayoutVars>
          <dgm:bulletEnabled val="1"/>
        </dgm:presLayoutVars>
      </dgm:prSet>
      <dgm:spPr/>
    </dgm:pt>
    <dgm:pt modelId="{FFCEE041-2B5B-430B-B8E7-9B4FE81725AB}" type="pres">
      <dgm:prSet presAssocID="{530C5A3E-FA0D-44E3-97F7-7C6279010212}" presName="sibTrans" presStyleLbl="sibTrans2D1" presStyleIdx="8" presStyleCnt="9"/>
      <dgm:spPr/>
    </dgm:pt>
    <dgm:pt modelId="{6EAAB883-29E3-4356-83C5-33874765C0C8}" type="pres">
      <dgm:prSet presAssocID="{530C5A3E-FA0D-44E3-97F7-7C6279010212}" presName="connectorText" presStyleLbl="sibTrans2D1" presStyleIdx="8" presStyleCnt="9"/>
      <dgm:spPr/>
    </dgm:pt>
  </dgm:ptLst>
  <dgm:cxnLst>
    <dgm:cxn modelId="{2053990D-4B15-418D-880F-0E3C1DE242EE}" type="presOf" srcId="{3C675C32-B235-4DCB-8FCA-FF2CCDC38F77}" destId="{8A75FDAB-760A-40FC-9DCC-41C0375FA5C8}" srcOrd="1" destOrd="0" presId="urn:microsoft.com/office/officeart/2005/8/layout/cycle2"/>
    <dgm:cxn modelId="{E5CDD829-FDDB-4890-93F1-A9B36FC0B30C}" srcId="{4868FF1D-3864-4BE6-BC7F-1BD2DC442F98}" destId="{ACA45B21-C895-459F-88D1-C998961DA4EE}" srcOrd="2" destOrd="0" parTransId="{36D7426C-D573-4FC8-B9AB-422DB68FA226}" sibTransId="{93C1025C-4047-4C81-A5B7-19AA6880AC2D}"/>
    <dgm:cxn modelId="{B9AF2D2D-9601-431A-AD34-56230E020B81}" type="presOf" srcId="{DB699206-E9B7-408D-9A7C-9FFCF49D4E6C}" destId="{A1A617E9-21DE-4AD0-8134-F7A1331CE230}" srcOrd="1" destOrd="0" presId="urn:microsoft.com/office/officeart/2005/8/layout/cycle2"/>
    <dgm:cxn modelId="{D19D515F-BFD7-42B1-9703-AA9DF34190DE}" srcId="{4868FF1D-3864-4BE6-BC7F-1BD2DC442F98}" destId="{0CD528CC-AF67-46F5-962D-0BCE0B28CF90}" srcOrd="6" destOrd="0" parTransId="{B4616328-2C02-491D-A691-CA0C831856A8}" sibTransId="{B2BA4849-B907-40E0-A9D9-EDC5AAE74E98}"/>
    <dgm:cxn modelId="{277B4C63-8766-4C16-B518-A718FEC69DD5}" type="presOf" srcId="{530C5A3E-FA0D-44E3-97F7-7C6279010212}" destId="{6EAAB883-29E3-4356-83C5-33874765C0C8}" srcOrd="1" destOrd="0" presId="urn:microsoft.com/office/officeart/2005/8/layout/cycle2"/>
    <dgm:cxn modelId="{79366067-A28B-4539-A04C-B397B002BE22}" type="presOf" srcId="{398F11B0-4FCA-4A18-A63E-A12BC97817DF}" destId="{D833EF6B-FD40-46C2-A91C-EA94EF09190B}" srcOrd="1" destOrd="0" presId="urn:microsoft.com/office/officeart/2005/8/layout/cycle2"/>
    <dgm:cxn modelId="{E0489E4A-0E4A-4267-A987-3CD14117CB0D}" srcId="{4868FF1D-3864-4BE6-BC7F-1BD2DC442F98}" destId="{0CC0681C-1BBD-4415-9090-78CEF6B42FCE}" srcOrd="7" destOrd="0" parTransId="{A5B25DF2-6B36-4255-AE29-D1344E2C97BD}" sibTransId="{3C675C32-B235-4DCB-8FCA-FF2CCDC38F77}"/>
    <dgm:cxn modelId="{FCE9FF6B-D4F6-4320-81E2-9B6AE88EE506}" type="presOf" srcId="{02607044-2421-4707-BDB5-B3739A928338}" destId="{C5BC552D-5876-4AAF-805B-D518FFFE80FA}" srcOrd="1" destOrd="0" presId="urn:microsoft.com/office/officeart/2005/8/layout/cycle2"/>
    <dgm:cxn modelId="{CEB4304F-BF65-48A1-8C50-0539D20DE95E}" type="presOf" srcId="{D2C4A973-19A6-40C9-9600-A1A1F2616134}" destId="{8A2837A0-6A7B-4153-AA67-3B86E40C3AA4}" srcOrd="1" destOrd="0" presId="urn:microsoft.com/office/officeart/2005/8/layout/cycle2"/>
    <dgm:cxn modelId="{4D89BE6F-739E-4D72-A63C-5E530D702825}" type="presOf" srcId="{B2BA4849-B907-40E0-A9D9-EDC5AAE74E98}" destId="{608FE142-8068-4A67-A6B1-FAE63E491086}" srcOrd="1" destOrd="0" presId="urn:microsoft.com/office/officeart/2005/8/layout/cycle2"/>
    <dgm:cxn modelId="{E0A0FF6F-3874-4AA2-ADB5-78FCDDEE2B7E}" type="presOf" srcId="{0CC0681C-1BBD-4415-9090-78CEF6B42FCE}" destId="{E2E32ACA-C2B5-48F8-B768-0E8C33B5AA58}" srcOrd="0" destOrd="0" presId="urn:microsoft.com/office/officeart/2005/8/layout/cycle2"/>
    <dgm:cxn modelId="{1BA73552-18AD-4089-B9F1-F449DF46D5E9}" srcId="{4868FF1D-3864-4BE6-BC7F-1BD2DC442F98}" destId="{97F476F4-630F-42F0-8C7C-F663C9BBE4E6}" srcOrd="4" destOrd="0" parTransId="{7FE8271D-A995-4731-AC7B-9F47C4B8F3A6}" sibTransId="{02607044-2421-4707-BDB5-B3739A928338}"/>
    <dgm:cxn modelId="{40EBA458-D4CB-4325-8638-A6AAC6FC162B}" type="presOf" srcId="{530C5A3E-FA0D-44E3-97F7-7C6279010212}" destId="{FFCEE041-2B5B-430B-B8E7-9B4FE81725AB}" srcOrd="0" destOrd="0" presId="urn:microsoft.com/office/officeart/2005/8/layout/cycle2"/>
    <dgm:cxn modelId="{2A8EF35A-C971-48BD-B41D-FC3B8A24E4E6}" srcId="{4868FF1D-3864-4BE6-BC7F-1BD2DC442F98}" destId="{4E4F4ED0-AEBE-4A63-805F-9650FC4E4F47}" srcOrd="3" destOrd="0" parTransId="{86602C53-A4EB-417C-90A1-056A90F50938}" sibTransId="{D2C4A973-19A6-40C9-9600-A1A1F2616134}"/>
    <dgm:cxn modelId="{24391580-7B3A-46C9-9B3C-372B5DD8E723}" type="presOf" srcId="{93C1025C-4047-4C81-A5B7-19AA6880AC2D}" destId="{6AD2DEBC-1D9A-49C8-884B-C72DE1207DC9}" srcOrd="1" destOrd="0" presId="urn:microsoft.com/office/officeart/2005/8/layout/cycle2"/>
    <dgm:cxn modelId="{72620A83-6314-4BCC-B68C-BC8AA1425480}" type="presOf" srcId="{C54F6928-5F83-4156-8B0D-B9BFECFFA996}" destId="{1241F371-5429-4203-B0A4-09B16D8C5B1F}" srcOrd="0" destOrd="0" presId="urn:microsoft.com/office/officeart/2005/8/layout/cycle2"/>
    <dgm:cxn modelId="{F68B6789-5025-4FE4-842B-1F9B81E0A519}" srcId="{4868FF1D-3864-4BE6-BC7F-1BD2DC442F98}" destId="{DA2C6280-089F-4749-BC15-665E4278C232}" srcOrd="1" destOrd="0" parTransId="{390908AF-7EB1-4492-8211-3F1089AC17EA}" sibTransId="{CC4DDACF-16D6-4CAD-BA09-5C469BF49233}"/>
    <dgm:cxn modelId="{991CFA96-D5A0-4450-8E85-C1CAAAE8A18B}" type="presOf" srcId="{4868FF1D-3864-4BE6-BC7F-1BD2DC442F98}" destId="{6521F07E-A97E-4576-9497-6A3F02F7DCA5}" srcOrd="0" destOrd="0" presId="urn:microsoft.com/office/officeart/2005/8/layout/cycle2"/>
    <dgm:cxn modelId="{AED40198-2A6D-4DEE-B7D1-637B32C30E78}" type="presOf" srcId="{B2BA4849-B907-40E0-A9D9-EDC5AAE74E98}" destId="{A5C525C2-7FD8-48A7-8201-8D5897F211F1}" srcOrd="0" destOrd="0" presId="urn:microsoft.com/office/officeart/2005/8/layout/cycle2"/>
    <dgm:cxn modelId="{38C4709B-BF41-42CF-82C9-EAA9490F68C2}" srcId="{4868FF1D-3864-4BE6-BC7F-1BD2DC442F98}" destId="{1206985D-E533-427A-9140-9408312960BE}" srcOrd="5" destOrd="0" parTransId="{7F09606B-8D56-44DA-98D5-622E5FA37880}" sibTransId="{DB699206-E9B7-408D-9A7C-9FFCF49D4E6C}"/>
    <dgm:cxn modelId="{07A9AAA2-A301-4C3F-8F08-0D1C1FBD3A18}" type="presOf" srcId="{DB699206-E9B7-408D-9A7C-9FFCF49D4E6C}" destId="{B71CBCDD-3859-4569-8979-F7CA74296C49}" srcOrd="0" destOrd="0" presId="urn:microsoft.com/office/officeart/2005/8/layout/cycle2"/>
    <dgm:cxn modelId="{D4D851A4-2882-4059-941F-053E0ECB4E9B}" type="presOf" srcId="{D2C4A973-19A6-40C9-9600-A1A1F2616134}" destId="{73C6F99E-4B10-4169-B0AD-1975076CD107}" srcOrd="0" destOrd="0" presId="urn:microsoft.com/office/officeart/2005/8/layout/cycle2"/>
    <dgm:cxn modelId="{CECF70AC-9555-44CA-A4AE-3428A2ED5427}" type="presOf" srcId="{398F11B0-4FCA-4A18-A63E-A12BC97817DF}" destId="{F9F3BB27-F732-4C31-A931-09F72606D20A}" srcOrd="0" destOrd="0" presId="urn:microsoft.com/office/officeart/2005/8/layout/cycle2"/>
    <dgm:cxn modelId="{E03060B0-B413-4923-8770-302042571A3F}" type="presOf" srcId="{DA2C6280-089F-4749-BC15-665E4278C232}" destId="{9D2D8D6D-6A0A-4235-BC5E-12D2698680B9}" srcOrd="0" destOrd="0" presId="urn:microsoft.com/office/officeart/2005/8/layout/cycle2"/>
    <dgm:cxn modelId="{D9D8BDB1-CCC9-4464-AAD6-305D937B20FD}" type="presOf" srcId="{02607044-2421-4707-BDB5-B3739A928338}" destId="{0373334B-4C6E-4F52-8774-A4B81060D60F}" srcOrd="0" destOrd="0" presId="urn:microsoft.com/office/officeart/2005/8/layout/cycle2"/>
    <dgm:cxn modelId="{A1743BB7-BB92-4104-9453-94952D2270AE}" type="presOf" srcId="{1206985D-E533-427A-9140-9408312960BE}" destId="{C9678192-33CF-4AD4-96E5-32A0B3CADAC6}" srcOrd="0" destOrd="0" presId="urn:microsoft.com/office/officeart/2005/8/layout/cycle2"/>
    <dgm:cxn modelId="{F95D4BBC-A510-4C72-8C3C-92972FE33D2E}" type="presOf" srcId="{0CD528CC-AF67-46F5-962D-0BCE0B28CF90}" destId="{A237328F-C6A3-4D02-8B01-0C56EFBB4624}" srcOrd="0" destOrd="0" presId="urn:microsoft.com/office/officeart/2005/8/layout/cycle2"/>
    <dgm:cxn modelId="{C26078C0-B2EC-4F7F-B155-AF592FA7A616}" srcId="{4868FF1D-3864-4BE6-BC7F-1BD2DC442F98}" destId="{34719883-8522-414A-BC0C-DA48B6E1A361}" srcOrd="8" destOrd="0" parTransId="{3260FE01-EC9B-4B41-B2A3-DADB466F1D2C}" sibTransId="{530C5A3E-FA0D-44E3-97F7-7C6279010212}"/>
    <dgm:cxn modelId="{2046F9C3-F0F5-47BE-A909-EDB96203B8EB}" type="presOf" srcId="{CC4DDACF-16D6-4CAD-BA09-5C469BF49233}" destId="{BDA13AA2-19DA-4415-8F4E-F5946ED03220}" srcOrd="1" destOrd="0" presId="urn:microsoft.com/office/officeart/2005/8/layout/cycle2"/>
    <dgm:cxn modelId="{3B695AC6-79F0-4DAA-BC52-93E1707587A2}" type="presOf" srcId="{CC4DDACF-16D6-4CAD-BA09-5C469BF49233}" destId="{0A737AD9-E297-41F2-90CC-240EB34B8E3E}" srcOrd="0" destOrd="0" presId="urn:microsoft.com/office/officeart/2005/8/layout/cycle2"/>
    <dgm:cxn modelId="{C5F552CE-F5B3-4BD4-B495-E1A4ADE58D7E}" srcId="{4868FF1D-3864-4BE6-BC7F-1BD2DC442F98}" destId="{C54F6928-5F83-4156-8B0D-B9BFECFFA996}" srcOrd="0" destOrd="0" parTransId="{0941B07E-71C2-4D70-BAF0-AC47FCFB45D0}" sibTransId="{398F11B0-4FCA-4A18-A63E-A12BC97817DF}"/>
    <dgm:cxn modelId="{53E841D2-3CD7-4B12-9F64-A2ECC8E9B8F2}" type="presOf" srcId="{97F476F4-630F-42F0-8C7C-F663C9BBE4E6}" destId="{042662CD-1B38-4FCF-B188-F3FFDDF12249}" srcOrd="0" destOrd="0" presId="urn:microsoft.com/office/officeart/2005/8/layout/cycle2"/>
    <dgm:cxn modelId="{1443CEDC-880C-4215-B5CF-D46C4DFC432B}" type="presOf" srcId="{ACA45B21-C895-459F-88D1-C998961DA4EE}" destId="{2063280E-9561-4BBB-AB89-5EF1B821208C}" srcOrd="0" destOrd="0" presId="urn:microsoft.com/office/officeart/2005/8/layout/cycle2"/>
    <dgm:cxn modelId="{00CAC2E5-014A-419D-833C-3B87FFBD9267}" type="presOf" srcId="{93C1025C-4047-4C81-A5B7-19AA6880AC2D}" destId="{1C47A5AB-CD09-4E2C-9E60-3548D8EA923A}" srcOrd="0" destOrd="0" presId="urn:microsoft.com/office/officeart/2005/8/layout/cycle2"/>
    <dgm:cxn modelId="{BF1584EE-AAAF-492F-8117-8C4DB92C89F9}" type="presOf" srcId="{3C675C32-B235-4DCB-8FCA-FF2CCDC38F77}" destId="{8B7DFD28-4B0A-4BD2-8147-51F1720664EC}" srcOrd="0" destOrd="0" presId="urn:microsoft.com/office/officeart/2005/8/layout/cycle2"/>
    <dgm:cxn modelId="{773B2DF0-A126-4EB5-B614-D67AE9DFB6D4}" type="presOf" srcId="{4E4F4ED0-AEBE-4A63-805F-9650FC4E4F47}" destId="{2A86091E-726C-4E23-9FF7-1AD8277AE092}" srcOrd="0" destOrd="0" presId="urn:microsoft.com/office/officeart/2005/8/layout/cycle2"/>
    <dgm:cxn modelId="{59C7B2FA-7B74-47D2-92D9-77ABCED9143A}" type="presOf" srcId="{34719883-8522-414A-BC0C-DA48B6E1A361}" destId="{0D3981C2-9334-4F6C-847D-B0372F314761}" srcOrd="0" destOrd="0" presId="urn:microsoft.com/office/officeart/2005/8/layout/cycle2"/>
    <dgm:cxn modelId="{D4FEB094-FB0F-4222-A3AC-1776DE6BAF57}" type="presParOf" srcId="{6521F07E-A97E-4576-9497-6A3F02F7DCA5}" destId="{1241F371-5429-4203-B0A4-09B16D8C5B1F}" srcOrd="0" destOrd="0" presId="urn:microsoft.com/office/officeart/2005/8/layout/cycle2"/>
    <dgm:cxn modelId="{28FBD022-DB86-434C-A5C3-B3CA4752DDEF}" type="presParOf" srcId="{6521F07E-A97E-4576-9497-6A3F02F7DCA5}" destId="{F9F3BB27-F732-4C31-A931-09F72606D20A}" srcOrd="1" destOrd="0" presId="urn:microsoft.com/office/officeart/2005/8/layout/cycle2"/>
    <dgm:cxn modelId="{3D714C20-0A71-46C4-86CD-AB98DD7918F2}" type="presParOf" srcId="{F9F3BB27-F732-4C31-A931-09F72606D20A}" destId="{D833EF6B-FD40-46C2-A91C-EA94EF09190B}" srcOrd="0" destOrd="0" presId="urn:microsoft.com/office/officeart/2005/8/layout/cycle2"/>
    <dgm:cxn modelId="{C7B5E0D7-289A-4FAB-8E80-BCF744629922}" type="presParOf" srcId="{6521F07E-A97E-4576-9497-6A3F02F7DCA5}" destId="{9D2D8D6D-6A0A-4235-BC5E-12D2698680B9}" srcOrd="2" destOrd="0" presId="urn:microsoft.com/office/officeart/2005/8/layout/cycle2"/>
    <dgm:cxn modelId="{23395539-4742-476C-882E-B083F838A9BD}" type="presParOf" srcId="{6521F07E-A97E-4576-9497-6A3F02F7DCA5}" destId="{0A737AD9-E297-41F2-90CC-240EB34B8E3E}" srcOrd="3" destOrd="0" presId="urn:microsoft.com/office/officeart/2005/8/layout/cycle2"/>
    <dgm:cxn modelId="{7265971B-B6BF-4D92-868D-C9CC46B0DE95}" type="presParOf" srcId="{0A737AD9-E297-41F2-90CC-240EB34B8E3E}" destId="{BDA13AA2-19DA-4415-8F4E-F5946ED03220}" srcOrd="0" destOrd="0" presId="urn:microsoft.com/office/officeart/2005/8/layout/cycle2"/>
    <dgm:cxn modelId="{7491FA4E-4A68-464D-9D12-EB11A0754689}" type="presParOf" srcId="{6521F07E-A97E-4576-9497-6A3F02F7DCA5}" destId="{2063280E-9561-4BBB-AB89-5EF1B821208C}" srcOrd="4" destOrd="0" presId="urn:microsoft.com/office/officeart/2005/8/layout/cycle2"/>
    <dgm:cxn modelId="{0264D675-DDD2-4EC7-924B-DB825585B549}" type="presParOf" srcId="{6521F07E-A97E-4576-9497-6A3F02F7DCA5}" destId="{1C47A5AB-CD09-4E2C-9E60-3548D8EA923A}" srcOrd="5" destOrd="0" presId="urn:microsoft.com/office/officeart/2005/8/layout/cycle2"/>
    <dgm:cxn modelId="{8966BF82-DF26-4D48-A83E-A4DD267A282A}" type="presParOf" srcId="{1C47A5AB-CD09-4E2C-9E60-3548D8EA923A}" destId="{6AD2DEBC-1D9A-49C8-884B-C72DE1207DC9}" srcOrd="0" destOrd="0" presId="urn:microsoft.com/office/officeart/2005/8/layout/cycle2"/>
    <dgm:cxn modelId="{B755E55F-6C8E-4424-88A0-AEE6B694E2DC}" type="presParOf" srcId="{6521F07E-A97E-4576-9497-6A3F02F7DCA5}" destId="{2A86091E-726C-4E23-9FF7-1AD8277AE092}" srcOrd="6" destOrd="0" presId="urn:microsoft.com/office/officeart/2005/8/layout/cycle2"/>
    <dgm:cxn modelId="{199BAB9D-FB11-4858-B47B-2DC4B164C53F}" type="presParOf" srcId="{6521F07E-A97E-4576-9497-6A3F02F7DCA5}" destId="{73C6F99E-4B10-4169-B0AD-1975076CD107}" srcOrd="7" destOrd="0" presId="urn:microsoft.com/office/officeart/2005/8/layout/cycle2"/>
    <dgm:cxn modelId="{4045DFCD-ADCF-461C-8180-DF6E02A2E33B}" type="presParOf" srcId="{73C6F99E-4B10-4169-B0AD-1975076CD107}" destId="{8A2837A0-6A7B-4153-AA67-3B86E40C3AA4}" srcOrd="0" destOrd="0" presId="urn:microsoft.com/office/officeart/2005/8/layout/cycle2"/>
    <dgm:cxn modelId="{12CE8F7B-D585-40CF-84E8-420E937DAE7B}" type="presParOf" srcId="{6521F07E-A97E-4576-9497-6A3F02F7DCA5}" destId="{042662CD-1B38-4FCF-B188-F3FFDDF12249}" srcOrd="8" destOrd="0" presId="urn:microsoft.com/office/officeart/2005/8/layout/cycle2"/>
    <dgm:cxn modelId="{970CE67B-8133-416E-8BE9-F9095E063883}" type="presParOf" srcId="{6521F07E-A97E-4576-9497-6A3F02F7DCA5}" destId="{0373334B-4C6E-4F52-8774-A4B81060D60F}" srcOrd="9" destOrd="0" presId="urn:microsoft.com/office/officeart/2005/8/layout/cycle2"/>
    <dgm:cxn modelId="{59EB0039-F7FA-4AB4-AFD1-B615FF04AE5A}" type="presParOf" srcId="{0373334B-4C6E-4F52-8774-A4B81060D60F}" destId="{C5BC552D-5876-4AAF-805B-D518FFFE80FA}" srcOrd="0" destOrd="0" presId="urn:microsoft.com/office/officeart/2005/8/layout/cycle2"/>
    <dgm:cxn modelId="{77A4D27C-3744-4C78-A1EA-E077F60BF38B}" type="presParOf" srcId="{6521F07E-A97E-4576-9497-6A3F02F7DCA5}" destId="{C9678192-33CF-4AD4-96E5-32A0B3CADAC6}" srcOrd="10" destOrd="0" presId="urn:microsoft.com/office/officeart/2005/8/layout/cycle2"/>
    <dgm:cxn modelId="{F567131D-A774-4657-86A7-906BBA983454}" type="presParOf" srcId="{6521F07E-A97E-4576-9497-6A3F02F7DCA5}" destId="{B71CBCDD-3859-4569-8979-F7CA74296C49}" srcOrd="11" destOrd="0" presId="urn:microsoft.com/office/officeart/2005/8/layout/cycle2"/>
    <dgm:cxn modelId="{688F11DE-092A-4A1E-8A0A-4B5924DC62E1}" type="presParOf" srcId="{B71CBCDD-3859-4569-8979-F7CA74296C49}" destId="{A1A617E9-21DE-4AD0-8134-F7A1331CE230}" srcOrd="0" destOrd="0" presId="urn:microsoft.com/office/officeart/2005/8/layout/cycle2"/>
    <dgm:cxn modelId="{575204BB-1783-4E43-A9C2-ECCF2D1F37E2}" type="presParOf" srcId="{6521F07E-A97E-4576-9497-6A3F02F7DCA5}" destId="{A237328F-C6A3-4D02-8B01-0C56EFBB4624}" srcOrd="12" destOrd="0" presId="urn:microsoft.com/office/officeart/2005/8/layout/cycle2"/>
    <dgm:cxn modelId="{DE57B01E-6728-4CE0-AFDA-FB0281E48D4D}" type="presParOf" srcId="{6521F07E-A97E-4576-9497-6A3F02F7DCA5}" destId="{A5C525C2-7FD8-48A7-8201-8D5897F211F1}" srcOrd="13" destOrd="0" presId="urn:microsoft.com/office/officeart/2005/8/layout/cycle2"/>
    <dgm:cxn modelId="{C9FD9295-8DAA-4B40-A36C-CB4B8E8EA8A4}" type="presParOf" srcId="{A5C525C2-7FD8-48A7-8201-8D5897F211F1}" destId="{608FE142-8068-4A67-A6B1-FAE63E491086}" srcOrd="0" destOrd="0" presId="urn:microsoft.com/office/officeart/2005/8/layout/cycle2"/>
    <dgm:cxn modelId="{AEE628E2-7D24-419D-B587-FB9CC9182C8B}" type="presParOf" srcId="{6521F07E-A97E-4576-9497-6A3F02F7DCA5}" destId="{E2E32ACA-C2B5-48F8-B768-0E8C33B5AA58}" srcOrd="14" destOrd="0" presId="urn:microsoft.com/office/officeart/2005/8/layout/cycle2"/>
    <dgm:cxn modelId="{197C4D09-6886-489D-851A-9C2137491FEC}" type="presParOf" srcId="{6521F07E-A97E-4576-9497-6A3F02F7DCA5}" destId="{8B7DFD28-4B0A-4BD2-8147-51F1720664EC}" srcOrd="15" destOrd="0" presId="urn:microsoft.com/office/officeart/2005/8/layout/cycle2"/>
    <dgm:cxn modelId="{5C9EB747-3B62-4E55-9D56-0D95D9602B43}" type="presParOf" srcId="{8B7DFD28-4B0A-4BD2-8147-51F1720664EC}" destId="{8A75FDAB-760A-40FC-9DCC-41C0375FA5C8}" srcOrd="0" destOrd="0" presId="urn:microsoft.com/office/officeart/2005/8/layout/cycle2"/>
    <dgm:cxn modelId="{30652589-E81F-49D2-8124-93BBCCF3BB3D}" type="presParOf" srcId="{6521F07E-A97E-4576-9497-6A3F02F7DCA5}" destId="{0D3981C2-9334-4F6C-847D-B0372F314761}" srcOrd="16" destOrd="0" presId="urn:microsoft.com/office/officeart/2005/8/layout/cycle2"/>
    <dgm:cxn modelId="{74A2F085-7F88-4C80-8B05-929018B5A7A1}" type="presParOf" srcId="{6521F07E-A97E-4576-9497-6A3F02F7DCA5}" destId="{FFCEE041-2B5B-430B-B8E7-9B4FE81725AB}" srcOrd="17" destOrd="0" presId="urn:microsoft.com/office/officeart/2005/8/layout/cycle2"/>
    <dgm:cxn modelId="{4C5C6C29-89BD-4DE6-9A1E-DD060200B494}" type="presParOf" srcId="{FFCEE041-2B5B-430B-B8E7-9B4FE81725AB}" destId="{6EAAB883-29E3-4356-83C5-33874765C0C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C98026-2DC4-48CE-94E4-877D00701929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nl-BE"/>
        </a:p>
      </dgm:t>
    </dgm:pt>
    <dgm:pt modelId="{0D362AE6-3530-4C22-A9B1-3215E534CEB1}">
      <dgm:prSet phldrT="[Text]" custT="1"/>
      <dgm:spPr/>
      <dgm:t>
        <a:bodyPr/>
        <a:lstStyle/>
        <a:p>
          <a:r>
            <a:rPr lang="en-GB" sz="1100" dirty="0"/>
            <a:t>Project/ Program Management</a:t>
          </a:r>
          <a:endParaRPr lang="nl-BE" sz="1100" dirty="0"/>
        </a:p>
      </dgm:t>
    </dgm:pt>
    <dgm:pt modelId="{C9417B94-0E7D-4626-A02D-5A89F388E86F}" type="parTrans" cxnId="{CF2C588B-8CB4-4F62-BD0C-DB3F00689E0B}">
      <dgm:prSet/>
      <dgm:spPr/>
      <dgm:t>
        <a:bodyPr/>
        <a:lstStyle/>
        <a:p>
          <a:endParaRPr lang="nl-BE" sz="2800"/>
        </a:p>
      </dgm:t>
    </dgm:pt>
    <dgm:pt modelId="{3EA0DCFB-7449-4FCE-AB91-1E9FDBE623EC}" type="sibTrans" cxnId="{CF2C588B-8CB4-4F62-BD0C-DB3F00689E0B}">
      <dgm:prSet/>
      <dgm:spPr/>
      <dgm:t>
        <a:bodyPr/>
        <a:lstStyle/>
        <a:p>
          <a:endParaRPr lang="nl-BE" sz="2800"/>
        </a:p>
      </dgm:t>
    </dgm:pt>
    <dgm:pt modelId="{1B5F42D3-5F5D-4E56-A2A3-D253335C3D37}" type="pres">
      <dgm:prSet presAssocID="{C8C98026-2DC4-48CE-94E4-877D00701929}" presName="cycle" presStyleCnt="0">
        <dgm:presLayoutVars>
          <dgm:dir/>
          <dgm:resizeHandles val="exact"/>
        </dgm:presLayoutVars>
      </dgm:prSet>
      <dgm:spPr/>
    </dgm:pt>
    <dgm:pt modelId="{7E0800EC-6D69-4087-9A1A-CC96DE80E3A1}" type="pres">
      <dgm:prSet presAssocID="{0D362AE6-3530-4C22-A9B1-3215E534CEB1}" presName="node" presStyleLbl="node1" presStyleIdx="0" presStyleCnt="1" custScaleX="54125" custScaleY="54125" custRadScaleRad="99112" custRadScaleInc="-4793">
        <dgm:presLayoutVars>
          <dgm:bulletEnabled val="1"/>
        </dgm:presLayoutVars>
      </dgm:prSet>
      <dgm:spPr/>
    </dgm:pt>
  </dgm:ptLst>
  <dgm:cxnLst>
    <dgm:cxn modelId="{9DFDBF4D-8EB1-408D-844C-26F543B5373D}" type="presOf" srcId="{C8C98026-2DC4-48CE-94E4-877D00701929}" destId="{1B5F42D3-5F5D-4E56-A2A3-D253335C3D37}" srcOrd="0" destOrd="0" presId="urn:microsoft.com/office/officeart/2005/8/layout/cycle2"/>
    <dgm:cxn modelId="{41E1FE50-A85A-44DE-BD9B-72CB4CAFAC97}" type="presOf" srcId="{0D362AE6-3530-4C22-A9B1-3215E534CEB1}" destId="{7E0800EC-6D69-4087-9A1A-CC96DE80E3A1}" srcOrd="0" destOrd="0" presId="urn:microsoft.com/office/officeart/2005/8/layout/cycle2"/>
    <dgm:cxn modelId="{CF2C588B-8CB4-4F62-BD0C-DB3F00689E0B}" srcId="{C8C98026-2DC4-48CE-94E4-877D00701929}" destId="{0D362AE6-3530-4C22-A9B1-3215E534CEB1}" srcOrd="0" destOrd="0" parTransId="{C9417B94-0E7D-4626-A02D-5A89F388E86F}" sibTransId="{3EA0DCFB-7449-4FCE-AB91-1E9FDBE623EC}"/>
    <dgm:cxn modelId="{CA8F75F6-BF05-44B9-BDBC-995D45B3F99B}" type="presParOf" srcId="{1B5F42D3-5F5D-4E56-A2A3-D253335C3D37}" destId="{7E0800EC-6D69-4087-9A1A-CC96DE80E3A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8C98026-2DC4-48CE-94E4-877D00701929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nl-BE"/>
        </a:p>
      </dgm:t>
    </dgm:pt>
    <dgm:pt modelId="{0D362AE6-3530-4C22-A9B1-3215E534CEB1}">
      <dgm:prSet phldrT="[Text]" custT="1"/>
      <dgm:spPr/>
      <dgm:t>
        <a:bodyPr/>
        <a:lstStyle/>
        <a:p>
          <a:r>
            <a:rPr lang="en-GB" sz="1100" dirty="0"/>
            <a:t>Documentation</a:t>
          </a:r>
          <a:endParaRPr lang="nl-BE" sz="1200" dirty="0"/>
        </a:p>
      </dgm:t>
    </dgm:pt>
    <dgm:pt modelId="{C9417B94-0E7D-4626-A02D-5A89F388E86F}" type="parTrans" cxnId="{CF2C588B-8CB4-4F62-BD0C-DB3F00689E0B}">
      <dgm:prSet/>
      <dgm:spPr/>
      <dgm:t>
        <a:bodyPr/>
        <a:lstStyle/>
        <a:p>
          <a:endParaRPr lang="nl-BE" sz="4000"/>
        </a:p>
      </dgm:t>
    </dgm:pt>
    <dgm:pt modelId="{3EA0DCFB-7449-4FCE-AB91-1E9FDBE623EC}" type="sibTrans" cxnId="{CF2C588B-8CB4-4F62-BD0C-DB3F00689E0B}">
      <dgm:prSet/>
      <dgm:spPr/>
      <dgm:t>
        <a:bodyPr/>
        <a:lstStyle/>
        <a:p>
          <a:endParaRPr lang="nl-BE" sz="4000"/>
        </a:p>
      </dgm:t>
    </dgm:pt>
    <dgm:pt modelId="{1B5F42D3-5F5D-4E56-A2A3-D253335C3D37}" type="pres">
      <dgm:prSet presAssocID="{C8C98026-2DC4-48CE-94E4-877D00701929}" presName="cycle" presStyleCnt="0">
        <dgm:presLayoutVars>
          <dgm:dir/>
          <dgm:resizeHandles val="exact"/>
        </dgm:presLayoutVars>
      </dgm:prSet>
      <dgm:spPr/>
    </dgm:pt>
    <dgm:pt modelId="{7E0800EC-6D69-4087-9A1A-CC96DE80E3A1}" type="pres">
      <dgm:prSet presAssocID="{0D362AE6-3530-4C22-A9B1-3215E534CEB1}" presName="node" presStyleLbl="node1" presStyleIdx="0" presStyleCnt="1" custScaleX="54125" custScaleY="54125" custRadScaleRad="104964" custRadScaleInc="-4735">
        <dgm:presLayoutVars>
          <dgm:bulletEnabled val="1"/>
        </dgm:presLayoutVars>
      </dgm:prSet>
      <dgm:spPr/>
    </dgm:pt>
  </dgm:ptLst>
  <dgm:cxnLst>
    <dgm:cxn modelId="{9DFDBF4D-8EB1-408D-844C-26F543B5373D}" type="presOf" srcId="{C8C98026-2DC4-48CE-94E4-877D00701929}" destId="{1B5F42D3-5F5D-4E56-A2A3-D253335C3D37}" srcOrd="0" destOrd="0" presId="urn:microsoft.com/office/officeart/2005/8/layout/cycle2"/>
    <dgm:cxn modelId="{41E1FE50-A85A-44DE-BD9B-72CB4CAFAC97}" type="presOf" srcId="{0D362AE6-3530-4C22-A9B1-3215E534CEB1}" destId="{7E0800EC-6D69-4087-9A1A-CC96DE80E3A1}" srcOrd="0" destOrd="0" presId="urn:microsoft.com/office/officeart/2005/8/layout/cycle2"/>
    <dgm:cxn modelId="{CF2C588B-8CB4-4F62-BD0C-DB3F00689E0B}" srcId="{C8C98026-2DC4-48CE-94E4-877D00701929}" destId="{0D362AE6-3530-4C22-A9B1-3215E534CEB1}" srcOrd="0" destOrd="0" parTransId="{C9417B94-0E7D-4626-A02D-5A89F388E86F}" sibTransId="{3EA0DCFB-7449-4FCE-AB91-1E9FDBE623EC}"/>
    <dgm:cxn modelId="{CA8F75F6-BF05-44B9-BDBC-995D45B3F99B}" type="presParOf" srcId="{1B5F42D3-5F5D-4E56-A2A3-D253335C3D37}" destId="{7E0800EC-6D69-4087-9A1A-CC96DE80E3A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8C98026-2DC4-48CE-94E4-877D00701929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nl-BE"/>
        </a:p>
      </dgm:t>
    </dgm:pt>
    <dgm:pt modelId="{0D362AE6-3530-4C22-A9B1-3215E534CEB1}">
      <dgm:prSet phldrT="[Text]" custT="1"/>
      <dgm:spPr/>
      <dgm:t>
        <a:bodyPr/>
        <a:lstStyle/>
        <a:p>
          <a:r>
            <a:rPr lang="en-GB" sz="1800" dirty="0"/>
            <a:t>Feasibility</a:t>
          </a:r>
          <a:endParaRPr lang="nl-BE" sz="1800" dirty="0"/>
        </a:p>
      </dgm:t>
    </dgm:pt>
    <dgm:pt modelId="{C9417B94-0E7D-4626-A02D-5A89F388E86F}" type="parTrans" cxnId="{CF2C588B-8CB4-4F62-BD0C-DB3F00689E0B}">
      <dgm:prSet/>
      <dgm:spPr/>
      <dgm:t>
        <a:bodyPr/>
        <a:lstStyle/>
        <a:p>
          <a:endParaRPr lang="nl-BE" sz="3200"/>
        </a:p>
      </dgm:t>
    </dgm:pt>
    <dgm:pt modelId="{3EA0DCFB-7449-4FCE-AB91-1E9FDBE623EC}" type="sibTrans" cxnId="{CF2C588B-8CB4-4F62-BD0C-DB3F00689E0B}">
      <dgm:prSet/>
      <dgm:spPr/>
      <dgm:t>
        <a:bodyPr/>
        <a:lstStyle/>
        <a:p>
          <a:endParaRPr lang="nl-BE" sz="3200"/>
        </a:p>
      </dgm:t>
    </dgm:pt>
    <dgm:pt modelId="{1B5F42D3-5F5D-4E56-A2A3-D253335C3D37}" type="pres">
      <dgm:prSet presAssocID="{C8C98026-2DC4-48CE-94E4-877D00701929}" presName="cycle" presStyleCnt="0">
        <dgm:presLayoutVars>
          <dgm:dir/>
          <dgm:resizeHandles val="exact"/>
        </dgm:presLayoutVars>
      </dgm:prSet>
      <dgm:spPr/>
    </dgm:pt>
    <dgm:pt modelId="{7E0800EC-6D69-4087-9A1A-CC96DE80E3A1}" type="pres">
      <dgm:prSet presAssocID="{0D362AE6-3530-4C22-A9B1-3215E534CEB1}" presName="node" presStyleLbl="node1" presStyleIdx="0" presStyleCnt="1" custScaleX="54125" custScaleY="54125" custRadScaleRad="104480" custRadScaleInc="1519">
        <dgm:presLayoutVars>
          <dgm:bulletEnabled val="1"/>
        </dgm:presLayoutVars>
      </dgm:prSet>
      <dgm:spPr/>
    </dgm:pt>
  </dgm:ptLst>
  <dgm:cxnLst>
    <dgm:cxn modelId="{9DFDBF4D-8EB1-408D-844C-26F543B5373D}" type="presOf" srcId="{C8C98026-2DC4-48CE-94E4-877D00701929}" destId="{1B5F42D3-5F5D-4E56-A2A3-D253335C3D37}" srcOrd="0" destOrd="0" presId="urn:microsoft.com/office/officeart/2005/8/layout/cycle2"/>
    <dgm:cxn modelId="{41E1FE50-A85A-44DE-BD9B-72CB4CAFAC97}" type="presOf" srcId="{0D362AE6-3530-4C22-A9B1-3215E534CEB1}" destId="{7E0800EC-6D69-4087-9A1A-CC96DE80E3A1}" srcOrd="0" destOrd="0" presId="urn:microsoft.com/office/officeart/2005/8/layout/cycle2"/>
    <dgm:cxn modelId="{CF2C588B-8CB4-4F62-BD0C-DB3F00689E0B}" srcId="{C8C98026-2DC4-48CE-94E4-877D00701929}" destId="{0D362AE6-3530-4C22-A9B1-3215E534CEB1}" srcOrd="0" destOrd="0" parTransId="{C9417B94-0E7D-4626-A02D-5A89F388E86F}" sibTransId="{3EA0DCFB-7449-4FCE-AB91-1E9FDBE623EC}"/>
    <dgm:cxn modelId="{CA8F75F6-BF05-44B9-BDBC-995D45B3F99B}" type="presParOf" srcId="{1B5F42D3-5F5D-4E56-A2A3-D253335C3D37}" destId="{7E0800EC-6D69-4087-9A1A-CC96DE80E3A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8C98026-2DC4-48CE-94E4-877D00701929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nl-BE"/>
        </a:p>
      </dgm:t>
    </dgm:pt>
    <dgm:pt modelId="{0D362AE6-3530-4C22-A9B1-3215E534CEB1}">
      <dgm:prSet phldrT="[Text]" custT="1"/>
      <dgm:spPr/>
      <dgm:t>
        <a:bodyPr/>
        <a:lstStyle/>
        <a:p>
          <a:r>
            <a:rPr lang="en-GB" sz="1400" dirty="0"/>
            <a:t>DB Design</a:t>
          </a:r>
          <a:endParaRPr lang="nl-BE" sz="1400" dirty="0"/>
        </a:p>
      </dgm:t>
    </dgm:pt>
    <dgm:pt modelId="{C9417B94-0E7D-4626-A02D-5A89F388E86F}" type="parTrans" cxnId="{CF2C588B-8CB4-4F62-BD0C-DB3F00689E0B}">
      <dgm:prSet/>
      <dgm:spPr/>
      <dgm:t>
        <a:bodyPr/>
        <a:lstStyle/>
        <a:p>
          <a:endParaRPr lang="nl-BE"/>
        </a:p>
      </dgm:t>
    </dgm:pt>
    <dgm:pt modelId="{3EA0DCFB-7449-4FCE-AB91-1E9FDBE623EC}" type="sibTrans" cxnId="{CF2C588B-8CB4-4F62-BD0C-DB3F00689E0B}">
      <dgm:prSet/>
      <dgm:spPr/>
      <dgm:t>
        <a:bodyPr/>
        <a:lstStyle/>
        <a:p>
          <a:endParaRPr lang="nl-BE"/>
        </a:p>
      </dgm:t>
    </dgm:pt>
    <dgm:pt modelId="{1B5F42D3-5F5D-4E56-A2A3-D253335C3D37}" type="pres">
      <dgm:prSet presAssocID="{C8C98026-2DC4-48CE-94E4-877D00701929}" presName="cycle" presStyleCnt="0">
        <dgm:presLayoutVars>
          <dgm:dir/>
          <dgm:resizeHandles val="exact"/>
        </dgm:presLayoutVars>
      </dgm:prSet>
      <dgm:spPr/>
    </dgm:pt>
    <dgm:pt modelId="{7E0800EC-6D69-4087-9A1A-CC96DE80E3A1}" type="pres">
      <dgm:prSet presAssocID="{0D362AE6-3530-4C22-A9B1-3215E534CEB1}" presName="node" presStyleLbl="node1" presStyleIdx="0" presStyleCnt="1" custScaleX="54125" custScaleY="54125" custRadScaleRad="104964" custRadScaleInc="-4735">
        <dgm:presLayoutVars>
          <dgm:bulletEnabled val="1"/>
        </dgm:presLayoutVars>
      </dgm:prSet>
      <dgm:spPr/>
    </dgm:pt>
  </dgm:ptLst>
  <dgm:cxnLst>
    <dgm:cxn modelId="{9DFDBF4D-8EB1-408D-844C-26F543B5373D}" type="presOf" srcId="{C8C98026-2DC4-48CE-94E4-877D00701929}" destId="{1B5F42D3-5F5D-4E56-A2A3-D253335C3D37}" srcOrd="0" destOrd="0" presId="urn:microsoft.com/office/officeart/2005/8/layout/cycle2"/>
    <dgm:cxn modelId="{41E1FE50-A85A-44DE-BD9B-72CB4CAFAC97}" type="presOf" srcId="{0D362AE6-3530-4C22-A9B1-3215E534CEB1}" destId="{7E0800EC-6D69-4087-9A1A-CC96DE80E3A1}" srcOrd="0" destOrd="0" presId="urn:microsoft.com/office/officeart/2005/8/layout/cycle2"/>
    <dgm:cxn modelId="{CF2C588B-8CB4-4F62-BD0C-DB3F00689E0B}" srcId="{C8C98026-2DC4-48CE-94E4-877D00701929}" destId="{0D362AE6-3530-4C22-A9B1-3215E534CEB1}" srcOrd="0" destOrd="0" parTransId="{C9417B94-0E7D-4626-A02D-5A89F388E86F}" sibTransId="{3EA0DCFB-7449-4FCE-AB91-1E9FDBE623EC}"/>
    <dgm:cxn modelId="{CA8F75F6-BF05-44B9-BDBC-995D45B3F99B}" type="presParOf" srcId="{1B5F42D3-5F5D-4E56-A2A3-D253335C3D37}" destId="{7E0800EC-6D69-4087-9A1A-CC96DE80E3A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41F371-5429-4203-B0A4-09B16D8C5B1F}">
      <dsp:nvSpPr>
        <dsp:cNvPr id="0" name=""/>
        <dsp:cNvSpPr/>
      </dsp:nvSpPr>
      <dsp:spPr>
        <a:xfrm>
          <a:off x="3658939" y="1803"/>
          <a:ext cx="1064121" cy="10641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Requirements</a:t>
          </a:r>
          <a:endParaRPr lang="nl-BE" sz="1000" kern="1200" dirty="0"/>
        </a:p>
      </dsp:txBody>
      <dsp:txXfrm>
        <a:off x="3814776" y="157640"/>
        <a:ext cx="752447" cy="752447"/>
      </dsp:txXfrm>
    </dsp:sp>
    <dsp:sp modelId="{F9F3BB27-F732-4C31-A931-09F72606D20A}">
      <dsp:nvSpPr>
        <dsp:cNvPr id="0" name=""/>
        <dsp:cNvSpPr/>
      </dsp:nvSpPr>
      <dsp:spPr>
        <a:xfrm rot="1200000">
          <a:off x="4793103" y="625082"/>
          <a:ext cx="283767" cy="3591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1100" kern="1200"/>
        </a:p>
      </dsp:txBody>
      <dsp:txXfrm>
        <a:off x="4795670" y="682352"/>
        <a:ext cx="198637" cy="215484"/>
      </dsp:txXfrm>
    </dsp:sp>
    <dsp:sp modelId="{9D2D8D6D-6A0A-4235-BC5E-12D2698680B9}">
      <dsp:nvSpPr>
        <dsp:cNvPr id="0" name=""/>
        <dsp:cNvSpPr/>
      </dsp:nvSpPr>
      <dsp:spPr>
        <a:xfrm>
          <a:off x="5162006" y="548875"/>
          <a:ext cx="1064121" cy="10641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UI-definition</a:t>
          </a:r>
          <a:endParaRPr lang="nl-BE" sz="1200" kern="1200" dirty="0"/>
        </a:p>
      </dsp:txBody>
      <dsp:txXfrm>
        <a:off x="5317843" y="704712"/>
        <a:ext cx="752447" cy="752447"/>
      </dsp:txXfrm>
    </dsp:sp>
    <dsp:sp modelId="{0A737AD9-E297-41F2-90CC-240EB34B8E3E}">
      <dsp:nvSpPr>
        <dsp:cNvPr id="0" name=""/>
        <dsp:cNvSpPr/>
      </dsp:nvSpPr>
      <dsp:spPr>
        <a:xfrm rot="3600000">
          <a:off x="5948050" y="1587027"/>
          <a:ext cx="283767" cy="3591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1100" kern="1200"/>
        </a:p>
      </dsp:txBody>
      <dsp:txXfrm>
        <a:off x="5969333" y="1621993"/>
        <a:ext cx="198637" cy="215484"/>
      </dsp:txXfrm>
    </dsp:sp>
    <dsp:sp modelId="{2063280E-9561-4BBB-AB89-5EF1B821208C}">
      <dsp:nvSpPr>
        <dsp:cNvPr id="0" name=""/>
        <dsp:cNvSpPr/>
      </dsp:nvSpPr>
      <dsp:spPr>
        <a:xfrm>
          <a:off x="5961772" y="1934109"/>
          <a:ext cx="1064121" cy="10641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Design</a:t>
          </a:r>
          <a:endParaRPr lang="nl-BE" sz="1400" kern="1200" dirty="0"/>
        </a:p>
      </dsp:txBody>
      <dsp:txXfrm>
        <a:off x="6117609" y="2089946"/>
        <a:ext cx="752447" cy="752447"/>
      </dsp:txXfrm>
    </dsp:sp>
    <dsp:sp modelId="{1C47A5AB-CD09-4E2C-9E60-3548D8EA923A}">
      <dsp:nvSpPr>
        <dsp:cNvPr id="0" name=""/>
        <dsp:cNvSpPr/>
      </dsp:nvSpPr>
      <dsp:spPr>
        <a:xfrm rot="6000000">
          <a:off x="6214466" y="3066305"/>
          <a:ext cx="283767" cy="3591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1100" kern="1200"/>
        </a:p>
      </dsp:txBody>
      <dsp:txXfrm rot="10800000">
        <a:off x="6264422" y="3096215"/>
        <a:ext cx="198637" cy="215484"/>
      </dsp:txXfrm>
    </dsp:sp>
    <dsp:sp modelId="{2A86091E-726C-4E23-9FF7-1AD8277AE092}">
      <dsp:nvSpPr>
        <dsp:cNvPr id="0" name=""/>
        <dsp:cNvSpPr/>
      </dsp:nvSpPr>
      <dsp:spPr>
        <a:xfrm>
          <a:off x="5684016" y="3509339"/>
          <a:ext cx="1064121" cy="10641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SW- Development</a:t>
          </a:r>
          <a:endParaRPr lang="nl-BE" sz="1400" kern="1200" dirty="0"/>
        </a:p>
      </dsp:txBody>
      <dsp:txXfrm>
        <a:off x="5839853" y="3665176"/>
        <a:ext cx="752447" cy="752447"/>
      </dsp:txXfrm>
    </dsp:sp>
    <dsp:sp modelId="{73C6F99E-4B10-4169-B0AD-1975076CD107}">
      <dsp:nvSpPr>
        <dsp:cNvPr id="0" name=""/>
        <dsp:cNvSpPr/>
      </dsp:nvSpPr>
      <dsp:spPr>
        <a:xfrm rot="8400000">
          <a:off x="5467689" y="4370747"/>
          <a:ext cx="283767" cy="3591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1100" kern="1200"/>
        </a:p>
      </dsp:txBody>
      <dsp:txXfrm rot="10800000">
        <a:off x="5542861" y="4415215"/>
        <a:ext cx="198637" cy="215484"/>
      </dsp:txXfrm>
    </dsp:sp>
    <dsp:sp modelId="{042662CD-1B38-4FCF-B188-F3FFDDF12249}">
      <dsp:nvSpPr>
        <dsp:cNvPr id="0" name=""/>
        <dsp:cNvSpPr/>
      </dsp:nvSpPr>
      <dsp:spPr>
        <a:xfrm>
          <a:off x="4458704" y="4537498"/>
          <a:ext cx="1064121" cy="10641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System Integration</a:t>
          </a:r>
          <a:endParaRPr lang="nl-BE" sz="1000" kern="1200" dirty="0"/>
        </a:p>
      </dsp:txBody>
      <dsp:txXfrm>
        <a:off x="4614541" y="4693335"/>
        <a:ext cx="752447" cy="752447"/>
      </dsp:txXfrm>
    </dsp:sp>
    <dsp:sp modelId="{0373334B-4C6E-4F52-8774-A4B81060D60F}">
      <dsp:nvSpPr>
        <dsp:cNvPr id="0" name=""/>
        <dsp:cNvSpPr/>
      </dsp:nvSpPr>
      <dsp:spPr>
        <a:xfrm rot="10800000">
          <a:off x="4057147" y="4889988"/>
          <a:ext cx="283767" cy="3591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1100" kern="1200"/>
        </a:p>
      </dsp:txBody>
      <dsp:txXfrm rot="10800000">
        <a:off x="4142277" y="4961816"/>
        <a:ext cx="198637" cy="215484"/>
      </dsp:txXfrm>
    </dsp:sp>
    <dsp:sp modelId="{C9678192-33CF-4AD4-96E5-32A0B3CADAC6}">
      <dsp:nvSpPr>
        <dsp:cNvPr id="0" name=""/>
        <dsp:cNvSpPr/>
      </dsp:nvSpPr>
      <dsp:spPr>
        <a:xfrm>
          <a:off x="2859173" y="4537498"/>
          <a:ext cx="1064121" cy="10641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Verification</a:t>
          </a:r>
          <a:endParaRPr lang="nl-BE" sz="1000" kern="1200" dirty="0"/>
        </a:p>
      </dsp:txBody>
      <dsp:txXfrm>
        <a:off x="3015010" y="4693335"/>
        <a:ext cx="752447" cy="752447"/>
      </dsp:txXfrm>
    </dsp:sp>
    <dsp:sp modelId="{B71CBCDD-3859-4569-8979-F7CA74296C49}">
      <dsp:nvSpPr>
        <dsp:cNvPr id="0" name=""/>
        <dsp:cNvSpPr/>
      </dsp:nvSpPr>
      <dsp:spPr>
        <a:xfrm rot="13200000">
          <a:off x="2642847" y="4381071"/>
          <a:ext cx="283767" cy="3591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1100" kern="1200"/>
        </a:p>
      </dsp:txBody>
      <dsp:txXfrm rot="10800000">
        <a:off x="2718019" y="4480259"/>
        <a:ext cx="198637" cy="215484"/>
      </dsp:txXfrm>
    </dsp:sp>
    <dsp:sp modelId="{A237328F-C6A3-4D02-8B01-0C56EFBB4624}">
      <dsp:nvSpPr>
        <dsp:cNvPr id="0" name=""/>
        <dsp:cNvSpPr/>
      </dsp:nvSpPr>
      <dsp:spPr>
        <a:xfrm>
          <a:off x="1633862" y="3509339"/>
          <a:ext cx="1064121" cy="10641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Validation</a:t>
          </a:r>
          <a:endParaRPr lang="nl-BE" sz="1100" kern="1200" dirty="0"/>
        </a:p>
      </dsp:txBody>
      <dsp:txXfrm>
        <a:off x="1789699" y="3665176"/>
        <a:ext cx="752447" cy="752447"/>
      </dsp:txXfrm>
    </dsp:sp>
    <dsp:sp modelId="{A5C525C2-7FD8-48A7-8201-8D5897F211F1}">
      <dsp:nvSpPr>
        <dsp:cNvPr id="0" name=""/>
        <dsp:cNvSpPr/>
      </dsp:nvSpPr>
      <dsp:spPr>
        <a:xfrm rot="15600000">
          <a:off x="1886555" y="3082123"/>
          <a:ext cx="283767" cy="3591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1100" kern="1200"/>
        </a:p>
      </dsp:txBody>
      <dsp:txXfrm rot="10800000">
        <a:off x="1936511" y="3195869"/>
        <a:ext cx="198637" cy="215484"/>
      </dsp:txXfrm>
    </dsp:sp>
    <dsp:sp modelId="{E2E32ACA-C2B5-48F8-B768-0E8C33B5AA58}">
      <dsp:nvSpPr>
        <dsp:cNvPr id="0" name=""/>
        <dsp:cNvSpPr/>
      </dsp:nvSpPr>
      <dsp:spPr>
        <a:xfrm>
          <a:off x="1356106" y="1934109"/>
          <a:ext cx="1064121" cy="10641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Production</a:t>
          </a:r>
          <a:endParaRPr lang="nl-BE" sz="1400" kern="1200" dirty="0"/>
        </a:p>
      </dsp:txBody>
      <dsp:txXfrm>
        <a:off x="1511943" y="2089946"/>
        <a:ext cx="752447" cy="752447"/>
      </dsp:txXfrm>
    </dsp:sp>
    <dsp:sp modelId="{8B7DFD28-4B0A-4BD2-8147-51F1720664EC}">
      <dsp:nvSpPr>
        <dsp:cNvPr id="0" name=""/>
        <dsp:cNvSpPr/>
      </dsp:nvSpPr>
      <dsp:spPr>
        <a:xfrm rot="18000000">
          <a:off x="2142150" y="1600937"/>
          <a:ext cx="283767" cy="3591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1100" kern="1200"/>
        </a:p>
      </dsp:txBody>
      <dsp:txXfrm>
        <a:off x="2163433" y="1709627"/>
        <a:ext cx="198637" cy="215484"/>
      </dsp:txXfrm>
    </dsp:sp>
    <dsp:sp modelId="{0D3981C2-9334-4F6C-847D-B0372F314761}">
      <dsp:nvSpPr>
        <dsp:cNvPr id="0" name=""/>
        <dsp:cNvSpPr/>
      </dsp:nvSpPr>
      <dsp:spPr>
        <a:xfrm>
          <a:off x="2155872" y="548875"/>
          <a:ext cx="1064121" cy="10641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Maintenance</a:t>
          </a:r>
          <a:endParaRPr lang="nl-BE" sz="900" kern="1200" dirty="0"/>
        </a:p>
      </dsp:txBody>
      <dsp:txXfrm>
        <a:off x="2311709" y="704712"/>
        <a:ext cx="752447" cy="752447"/>
      </dsp:txXfrm>
    </dsp:sp>
    <dsp:sp modelId="{FFCEE041-2B5B-430B-B8E7-9B4FE81725AB}">
      <dsp:nvSpPr>
        <dsp:cNvPr id="0" name=""/>
        <dsp:cNvSpPr/>
      </dsp:nvSpPr>
      <dsp:spPr>
        <a:xfrm rot="20400000">
          <a:off x="3290035" y="630576"/>
          <a:ext cx="283767" cy="3591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1100" kern="1200"/>
        </a:p>
      </dsp:txBody>
      <dsp:txXfrm>
        <a:off x="3292602" y="716962"/>
        <a:ext cx="198637" cy="2154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0800EC-6D69-4087-9A1A-CC96DE80E3A1}">
      <dsp:nvSpPr>
        <dsp:cNvPr id="0" name=""/>
        <dsp:cNvSpPr/>
      </dsp:nvSpPr>
      <dsp:spPr>
        <a:xfrm>
          <a:off x="649804" y="911793"/>
          <a:ext cx="1044006" cy="10440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Project/ Program Management</a:t>
          </a:r>
          <a:endParaRPr lang="nl-BE" sz="1100" kern="1200" dirty="0"/>
        </a:p>
      </dsp:txBody>
      <dsp:txXfrm>
        <a:off x="802695" y="1064684"/>
        <a:ext cx="738224" cy="7382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0800EC-6D69-4087-9A1A-CC96DE80E3A1}">
      <dsp:nvSpPr>
        <dsp:cNvPr id="0" name=""/>
        <dsp:cNvSpPr/>
      </dsp:nvSpPr>
      <dsp:spPr>
        <a:xfrm>
          <a:off x="428754" y="911793"/>
          <a:ext cx="1044006" cy="10440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Documentation</a:t>
          </a:r>
          <a:endParaRPr lang="nl-BE" sz="1200" kern="1200" dirty="0"/>
        </a:p>
      </dsp:txBody>
      <dsp:txXfrm>
        <a:off x="581645" y="1064684"/>
        <a:ext cx="738224" cy="7382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0800EC-6D69-4087-9A1A-CC96DE80E3A1}">
      <dsp:nvSpPr>
        <dsp:cNvPr id="0" name=""/>
        <dsp:cNvSpPr/>
      </dsp:nvSpPr>
      <dsp:spPr>
        <a:xfrm>
          <a:off x="287178" y="69869"/>
          <a:ext cx="1044006" cy="10440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Feasibility</a:t>
          </a:r>
          <a:endParaRPr lang="nl-BE" sz="1800" kern="1200" dirty="0"/>
        </a:p>
      </dsp:txBody>
      <dsp:txXfrm>
        <a:off x="440069" y="222760"/>
        <a:ext cx="738224" cy="7382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0800EC-6D69-4087-9A1A-CC96DE80E3A1}">
      <dsp:nvSpPr>
        <dsp:cNvPr id="0" name=""/>
        <dsp:cNvSpPr/>
      </dsp:nvSpPr>
      <dsp:spPr>
        <a:xfrm>
          <a:off x="428741" y="911793"/>
          <a:ext cx="1044006" cy="10440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DB Design</a:t>
          </a:r>
          <a:endParaRPr lang="nl-BE" sz="1400" kern="1200" dirty="0"/>
        </a:p>
      </dsp:txBody>
      <dsp:txXfrm>
        <a:off x="581632" y="1064684"/>
        <a:ext cx="738224" cy="7382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E04842-6C30-4D5F-8C65-5A3B2B9944A0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Click to edit the model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  <a:endParaRPr lang="en-US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2314D-8DF0-4D52-A885-1936B5C52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40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12314D-8DF0-4D52-A885-1936B5C52DD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443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err="1"/>
              <a:t>What</a:t>
            </a:r>
            <a:r>
              <a:rPr lang="nl-BE" dirty="0"/>
              <a:t> was important:</a:t>
            </a:r>
          </a:p>
          <a:p>
            <a:pPr marL="171450" indent="-171450">
              <a:buFontTx/>
              <a:buChar char="-"/>
            </a:pPr>
            <a:r>
              <a:rPr lang="nl-BE" dirty="0"/>
              <a:t>REGULAR SLEEP + PHYSICAL EXERCISE</a:t>
            </a:r>
          </a:p>
          <a:p>
            <a:pPr marL="171450" indent="-171450">
              <a:buFontTx/>
              <a:buChar char="-"/>
            </a:pPr>
            <a:r>
              <a:rPr lang="nl-BE" dirty="0"/>
              <a:t>REPEAT, REPEAT, REPEAT, …</a:t>
            </a:r>
          </a:p>
          <a:p>
            <a:pPr marL="171450" indent="-171450">
              <a:buFontTx/>
              <a:buChar char="-"/>
            </a:pPr>
            <a:r>
              <a:rPr lang="nl-BE" dirty="0"/>
              <a:t>STUDY METHOD</a:t>
            </a:r>
          </a:p>
          <a:p>
            <a:pPr marL="171450" indent="-171450">
              <a:buFontTx/>
              <a:buChar char="-"/>
            </a:pPr>
            <a:endParaRPr lang="nl-BE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nl-BE" dirty="0"/>
              <a:t>https://thomasmore.be/nl/onderwijs-en-leren/leer-studenten-studeren-met-succes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nl-BE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nl-BE" dirty="0" err="1"/>
              <a:t>Problems</a:t>
            </a:r>
            <a:r>
              <a:rPr lang="nl-BE" dirty="0"/>
              <a:t>: Over time, over budget, </a:t>
            </a:r>
            <a:r>
              <a:rPr lang="nl-BE" dirty="0" err="1"/>
              <a:t>not</a:t>
            </a:r>
            <a:r>
              <a:rPr lang="nl-BE" dirty="0"/>
              <a:t> </a:t>
            </a:r>
            <a:r>
              <a:rPr lang="nl-BE" dirty="0" err="1"/>
              <a:t>what</a:t>
            </a:r>
            <a:r>
              <a:rPr lang="nl-BE" dirty="0"/>
              <a:t> was </a:t>
            </a:r>
            <a:r>
              <a:rPr lang="nl-BE" dirty="0" err="1"/>
              <a:t>needed</a:t>
            </a:r>
            <a:endParaRPr lang="nl-BE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nl-BE" dirty="0"/>
              <a:t>LOC: 20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nl-BE" dirty="0" err="1"/>
              <a:t>Coding</a:t>
            </a:r>
            <a:r>
              <a:rPr lang="nl-BE" dirty="0"/>
              <a:t> </a:t>
            </a:r>
            <a:r>
              <a:rPr lang="nl-BE" dirty="0" err="1"/>
              <a:t>cost</a:t>
            </a:r>
            <a:r>
              <a:rPr lang="nl-BE" dirty="0"/>
              <a:t>: 1, Analysis &amp; Design: 2, </a:t>
            </a:r>
            <a:r>
              <a:rPr lang="nl-BE" dirty="0" err="1"/>
              <a:t>Testing</a:t>
            </a:r>
            <a:r>
              <a:rPr lang="nl-BE" dirty="0"/>
              <a:t>: 3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nl-BE" dirty="0"/>
              <a:t>Most </a:t>
            </a:r>
            <a:r>
              <a:rPr lang="nl-BE" dirty="0" err="1"/>
              <a:t>difficult</a:t>
            </a:r>
            <a:r>
              <a:rPr lang="nl-BE" dirty="0"/>
              <a:t> </a:t>
            </a:r>
            <a:r>
              <a:rPr lang="nl-BE" dirty="0" err="1"/>
              <a:t>errors</a:t>
            </a:r>
            <a:r>
              <a:rPr lang="nl-BE" dirty="0"/>
              <a:t> in </a:t>
            </a:r>
            <a:r>
              <a:rPr lang="nl-BE" dirty="0" err="1"/>
              <a:t>which</a:t>
            </a:r>
            <a:r>
              <a:rPr lang="nl-BE" dirty="0"/>
              <a:t> stage: Design, Programming Logic, Syntax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nl-BE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nl-BE" dirty="0"/>
              <a:t>Total </a:t>
            </a:r>
            <a:r>
              <a:rPr lang="nl-BE" dirty="0" err="1"/>
              <a:t>Cost</a:t>
            </a:r>
            <a:r>
              <a:rPr lang="nl-BE" dirty="0"/>
              <a:t> of a </a:t>
            </a:r>
            <a:r>
              <a:rPr lang="nl-BE"/>
              <a:t>SW Project: </a:t>
            </a:r>
            <a:r>
              <a:rPr lang="nl-BE" dirty="0"/>
              <a:t>OTC: 32%, Maintenance: 68%</a:t>
            </a:r>
          </a:p>
          <a:p>
            <a:pPr marL="0" indent="0">
              <a:buFontTx/>
              <a:buNone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2314D-8DF0-4D52-A885-1936B5C52D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17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New SW: replaces work that is currently not done with the help of a computer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Replacement: replaces work that is currently done with the help of a computer</a:t>
            </a:r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2314D-8DF0-4D52-A885-1936B5C52DD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174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2314D-8DF0-4D52-A885-1936B5C52D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04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V-model: Validation model</a:t>
            </a:r>
          </a:p>
          <a:p>
            <a:r>
              <a:rPr lang="en-GB" dirty="0"/>
              <a:t>Requirements analysis    </a:t>
            </a:r>
            <a:r>
              <a:rPr lang="en-GB" dirty="0">
                <a:sym typeface="Wingdings" panose="05000000000000000000" pitchFamily="2" charset="2"/>
              </a:rPr>
              <a:t>&lt;------------------------------&gt;   Acceptance Testing</a:t>
            </a:r>
          </a:p>
          <a:p>
            <a:r>
              <a:rPr lang="en-GB" dirty="0">
                <a:sym typeface="Wingdings" panose="05000000000000000000" pitchFamily="2" charset="2"/>
              </a:rPr>
              <a:t>       System Design              &lt;-----------------------&gt;    System Testing	</a:t>
            </a:r>
          </a:p>
          <a:p>
            <a:r>
              <a:rPr lang="en-GB" dirty="0">
                <a:sym typeface="Wingdings" panose="05000000000000000000" pitchFamily="2" charset="2"/>
              </a:rPr>
              <a:t>              Architecture Design     &lt;-----------------&gt;     Integration Testing</a:t>
            </a:r>
          </a:p>
          <a:p>
            <a:r>
              <a:rPr lang="en-GB" dirty="0">
                <a:sym typeface="Wingdings" panose="05000000000000000000" pitchFamily="2" charset="2"/>
              </a:rPr>
              <a:t>                    Module Design            &lt;-----------&gt;    Unit Testing </a:t>
            </a:r>
          </a:p>
          <a:p>
            <a:r>
              <a:rPr lang="en-GB" dirty="0">
                <a:sym typeface="Wingdings" panose="05000000000000000000" pitchFamily="2" charset="2"/>
              </a:rPr>
              <a:t>                                                             Coding</a:t>
            </a:r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2314D-8DF0-4D52-A885-1936B5C52DD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13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Issues with AI:</a:t>
            </a:r>
          </a:p>
          <a:p>
            <a:pPr marL="171450" indent="-171450">
              <a:buFontTx/>
              <a:buChar char="-"/>
            </a:pPr>
            <a:r>
              <a:rPr lang="en-GB" dirty="0"/>
              <a:t>Data contains bias. It is historical data and no human is unbiased.</a:t>
            </a:r>
          </a:p>
          <a:p>
            <a:pPr marL="171450" indent="-171450">
              <a:buFontTx/>
              <a:buChar char="-"/>
            </a:pPr>
            <a:r>
              <a:rPr lang="en-GB" dirty="0"/>
              <a:t>Data changes over time (data drift: customer profile changes over time)</a:t>
            </a:r>
          </a:p>
          <a:p>
            <a:pPr marL="171450" indent="-171450">
              <a:buFontTx/>
              <a:buChar char="-"/>
            </a:pPr>
            <a:r>
              <a:rPr lang="en-GB" dirty="0"/>
              <a:t>Concept drift (e.g. a new product category is introduced)</a:t>
            </a:r>
          </a:p>
          <a:p>
            <a:pPr marL="171450" indent="-171450">
              <a:buFontTx/>
              <a:buChar char="-"/>
            </a:pPr>
            <a:r>
              <a:rPr lang="en-GB" dirty="0"/>
              <a:t>Fairness: Due to black-box approach, the model is not explainable. A major requirement in the industry.</a:t>
            </a:r>
          </a:p>
          <a:p>
            <a:pPr marL="171450" indent="-171450">
              <a:buFontTx/>
              <a:buChar char="-"/>
            </a:pPr>
            <a:endParaRPr lang="en-GB" dirty="0"/>
          </a:p>
          <a:p>
            <a:r>
              <a:rPr lang="nl-B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Aspect		Traditional		AI Development</a:t>
            </a:r>
          </a:p>
          <a:p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Primary</a:t>
            </a:r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asset		Code		Data + Model</a:t>
            </a:r>
          </a:p>
          <a:p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Behavior</a:t>
            </a:r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Requirements</a:t>
            </a:r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	</a:t>
            </a:r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Deterministic</a:t>
            </a:r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Probabilistic</a:t>
            </a:r>
            <a:endParaRPr lang="nl-B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Development </a:t>
            </a:r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style</a:t>
            </a:r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Engineering		</a:t>
            </a:r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Experimentation</a:t>
            </a:r>
            <a:endParaRPr lang="nl-B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Testing</a:t>
            </a:r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Exact 		Statistical performance</a:t>
            </a:r>
          </a:p>
          <a:p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Maintenance		Bug </a:t>
            </a:r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fixes</a:t>
            </a:r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Monitoring Drift + </a:t>
            </a:r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retraining</a:t>
            </a:r>
            <a:endParaRPr lang="nl-B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Risk focus		</a:t>
            </a:r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Reliability</a:t>
            </a:r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security	Bias, drift, </a:t>
            </a:r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explainability</a:t>
            </a:r>
            <a:endParaRPr lang="nl-B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nl-BE" dirty="0"/>
            </a:b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2314D-8DF0-4D52-A885-1936B5C52D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3902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Validation: The end-user accepts the software delivered and acknowledges that the SW is doing what it is supposed to do.</a:t>
            </a:r>
          </a:p>
          <a:p>
            <a:r>
              <a:rPr lang="en-GB" dirty="0"/>
              <a:t>DB-Design is typically NOT part of the SW Engineering 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2314D-8DF0-4D52-A885-1936B5C52DD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821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2314D-8DF0-4D52-A885-1936B5C52DD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0206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Problems</a:t>
            </a:r>
          </a:p>
          <a:p>
            <a:r>
              <a:rPr lang="en-GB" b="1" dirty="0"/>
              <a:t>1. Consistent requirements </a:t>
            </a:r>
          </a:p>
          <a:p>
            <a:pPr marL="171450" indent="-171450">
              <a:buFontTx/>
              <a:buChar char="-"/>
            </a:pPr>
            <a:r>
              <a:rPr lang="en-GB" dirty="0"/>
              <a:t>User 1 wants requirement A.</a:t>
            </a:r>
          </a:p>
          <a:p>
            <a:pPr marL="171450" indent="-171450">
              <a:buFontTx/>
              <a:buChar char="-"/>
            </a:pPr>
            <a:r>
              <a:rPr lang="en-GB" dirty="0"/>
              <a:t>User 2 want the opposite of that requirement.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GB" dirty="0"/>
              <a:t>Stakeholders should agree which requirements to request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nl-BE" b="1" dirty="0"/>
              <a:t>2. Consistent </a:t>
            </a:r>
            <a:r>
              <a:rPr lang="nl-BE" b="1" dirty="0" err="1"/>
              <a:t>requirements</a:t>
            </a:r>
            <a:r>
              <a:rPr lang="nl-BE" b="1" dirty="0"/>
              <a:t> : </a:t>
            </a:r>
            <a:r>
              <a:rPr lang="nl-BE" b="1" dirty="0" err="1"/>
              <a:t>technically</a:t>
            </a:r>
            <a:r>
              <a:rPr lang="nl-BE" b="1" dirty="0"/>
              <a:t> </a:t>
            </a:r>
            <a:r>
              <a:rPr lang="nl-BE" b="1" dirty="0" err="1"/>
              <a:t>not</a:t>
            </a:r>
            <a:r>
              <a:rPr lang="nl-BE" b="1" dirty="0"/>
              <a:t> </a:t>
            </a:r>
            <a:r>
              <a:rPr lang="nl-BE" b="1" dirty="0" err="1"/>
              <a:t>possibly</a:t>
            </a:r>
            <a:r>
              <a:rPr lang="nl-BE" b="1" dirty="0"/>
              <a:t> </a:t>
            </a:r>
            <a:r>
              <a:rPr lang="nl-BE" b="1" dirty="0" err="1"/>
              <a:t>achievable</a:t>
            </a:r>
            <a:endParaRPr lang="nl-BE" b="1" dirty="0"/>
          </a:p>
          <a:p>
            <a:pPr marL="171450" indent="-171450">
              <a:buFontTx/>
              <a:buChar char="-"/>
            </a:pPr>
            <a:r>
              <a:rPr lang="nl-BE" dirty="0"/>
              <a:t>Response time of 1 sec, </a:t>
            </a:r>
            <a:r>
              <a:rPr lang="nl-BE" dirty="0" err="1"/>
              <a:t>where</a:t>
            </a:r>
            <a:r>
              <a:rPr lang="nl-BE" dirty="0"/>
              <a:t> data is </a:t>
            </a:r>
            <a:r>
              <a:rPr lang="nl-BE" dirty="0" err="1"/>
              <a:t>stored</a:t>
            </a:r>
            <a:r>
              <a:rPr lang="nl-BE" dirty="0"/>
              <a:t> on tape.</a:t>
            </a:r>
          </a:p>
          <a:p>
            <a:pPr marL="0" indent="0">
              <a:buFontTx/>
              <a:buNone/>
            </a:pPr>
            <a:r>
              <a:rPr lang="nl-BE" b="1" dirty="0"/>
              <a:t>3. Incomplete </a:t>
            </a:r>
            <a:r>
              <a:rPr lang="nl-BE" b="1" dirty="0" err="1"/>
              <a:t>requirements</a:t>
            </a:r>
            <a:endParaRPr lang="nl-BE" b="1" dirty="0"/>
          </a:p>
          <a:p>
            <a:pPr marL="171450" indent="-171450">
              <a:buFontTx/>
              <a:buChar char="-"/>
            </a:pPr>
            <a:r>
              <a:rPr lang="nl-BE" dirty="0" err="1"/>
              <a:t>SMEs</a:t>
            </a:r>
            <a:r>
              <a:rPr lang="nl-BE" dirty="0"/>
              <a:t> do </a:t>
            </a:r>
            <a:r>
              <a:rPr lang="nl-BE" dirty="0" err="1"/>
              <a:t>not</a:t>
            </a:r>
            <a:r>
              <a:rPr lang="nl-BE" dirty="0"/>
              <a:t> </a:t>
            </a:r>
            <a:r>
              <a:rPr lang="nl-BE" dirty="0" err="1"/>
              <a:t>always</a:t>
            </a:r>
            <a:r>
              <a:rPr lang="nl-BE" dirty="0"/>
              <a:t> state </a:t>
            </a:r>
            <a:r>
              <a:rPr lang="nl-BE" dirty="0" err="1"/>
              <a:t>explicitly</a:t>
            </a:r>
            <a:r>
              <a:rPr lang="nl-BE" dirty="0"/>
              <a:t> </a:t>
            </a:r>
            <a:r>
              <a:rPr lang="nl-BE" dirty="0" err="1"/>
              <a:t>what</a:t>
            </a:r>
            <a:r>
              <a:rPr lang="nl-BE" dirty="0"/>
              <a:t> </a:t>
            </a:r>
            <a:r>
              <a:rPr lang="nl-BE" dirty="0" err="1"/>
              <a:t>they</a:t>
            </a:r>
            <a:r>
              <a:rPr lang="nl-BE" dirty="0"/>
              <a:t> are </a:t>
            </a:r>
            <a:r>
              <a:rPr lang="nl-BE" dirty="0" err="1"/>
              <a:t>doing</a:t>
            </a:r>
            <a:endParaRPr lang="nl-BE" dirty="0"/>
          </a:p>
          <a:p>
            <a:pPr marL="171450" indent="-171450">
              <a:buFontTx/>
              <a:buChar char="-"/>
            </a:pPr>
            <a:endParaRPr lang="nl-BE" dirty="0"/>
          </a:p>
          <a:p>
            <a:pPr marL="0" indent="0">
              <a:buFontTx/>
              <a:buNone/>
            </a:pPr>
            <a:r>
              <a:rPr lang="nl-BE" b="1" dirty="0" err="1"/>
              <a:t>Also</a:t>
            </a:r>
            <a:r>
              <a:rPr lang="nl-BE" b="1" dirty="0"/>
              <a:t> </a:t>
            </a:r>
            <a:r>
              <a:rPr lang="nl-BE" b="1" dirty="0" err="1"/>
              <a:t>weighted</a:t>
            </a:r>
            <a:r>
              <a:rPr lang="nl-BE" b="1" dirty="0"/>
              <a:t> </a:t>
            </a:r>
            <a:r>
              <a:rPr lang="nl-BE" b="1" dirty="0" err="1"/>
              <a:t>against</a:t>
            </a:r>
            <a:r>
              <a:rPr lang="nl-BE" b="1" dirty="0"/>
              <a:t> </a:t>
            </a:r>
            <a:r>
              <a:rPr lang="nl-BE" b="1" dirty="0" err="1"/>
              <a:t>what</a:t>
            </a:r>
            <a:r>
              <a:rPr lang="nl-BE" b="1" dirty="0"/>
              <a:t> </a:t>
            </a:r>
            <a:r>
              <a:rPr lang="nl-BE" b="1" dirty="0" err="1"/>
              <a:t>the</a:t>
            </a:r>
            <a:r>
              <a:rPr lang="nl-BE" b="1" dirty="0"/>
              <a:t> </a:t>
            </a:r>
            <a:r>
              <a:rPr lang="nl-BE" b="1" dirty="0" err="1"/>
              <a:t>cost</a:t>
            </a:r>
            <a:r>
              <a:rPr lang="nl-BE" b="1" dirty="0"/>
              <a:t> is </a:t>
            </a:r>
            <a:r>
              <a:rPr lang="nl-BE" b="1" dirty="0" err="1"/>
              <a:t>for</a:t>
            </a:r>
            <a:r>
              <a:rPr lang="nl-BE" b="1" dirty="0"/>
              <a:t> a </a:t>
            </a:r>
            <a:r>
              <a:rPr lang="nl-BE" b="1" dirty="0" err="1"/>
              <a:t>specific</a:t>
            </a:r>
            <a:r>
              <a:rPr lang="nl-BE" b="1" dirty="0"/>
              <a:t> </a:t>
            </a:r>
            <a:r>
              <a:rPr lang="nl-BE" b="1" dirty="0" err="1"/>
              <a:t>requirement</a:t>
            </a:r>
            <a:r>
              <a:rPr lang="nl-BE" b="1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2314D-8DF0-4D52-A885-1936B5C52DD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6581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Wireframes / </a:t>
            </a:r>
            <a:r>
              <a:rPr lang="en-GB" dirty="0" err="1"/>
              <a:t>Mockups</a:t>
            </a:r>
            <a:endParaRPr lang="en-GB" dirty="0"/>
          </a:p>
          <a:p>
            <a:r>
              <a:rPr lang="en-GB" dirty="0"/>
              <a:t>Figma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2314D-8DF0-4D52-A885-1936B5C52DD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757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2314D-8DF0-4D52-A885-1936B5C52DD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2490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2314D-8DF0-4D52-A885-1936B5C52DD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0206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POTS: Plain Old Telephone System</a:t>
            </a:r>
          </a:p>
          <a:p>
            <a:r>
              <a:rPr lang="en-GB" dirty="0"/>
              <a:t>Setting: Existing large company in the 2010 timeframe that wants to migrate from a PBX (Private Branch Exchange) to Teams environment.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2314D-8DF0-4D52-A885-1936B5C52DD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4749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err="1"/>
              <a:t>Again</a:t>
            </a:r>
            <a:r>
              <a:rPr lang="nl-BE" dirty="0"/>
              <a:t>: </a:t>
            </a:r>
          </a:p>
          <a:p>
            <a:pPr marL="171450" indent="-171450">
              <a:buFontTx/>
              <a:buChar char="-"/>
            </a:pPr>
            <a:r>
              <a:rPr lang="nl-BE" dirty="0"/>
              <a:t>Software development is </a:t>
            </a:r>
            <a:r>
              <a:rPr lang="nl-BE" dirty="0" err="1"/>
              <a:t>only</a:t>
            </a:r>
            <a:r>
              <a:rPr lang="nl-BE" dirty="0"/>
              <a:t> part of </a:t>
            </a:r>
            <a:r>
              <a:rPr lang="nl-BE" dirty="0" err="1"/>
              <a:t>the</a:t>
            </a:r>
            <a:r>
              <a:rPr lang="nl-BE" dirty="0"/>
              <a:t> TOTAL </a:t>
            </a:r>
            <a:r>
              <a:rPr lang="nl-BE" dirty="0" err="1"/>
              <a:t>cost</a:t>
            </a:r>
            <a:r>
              <a:rPr lang="nl-BE" dirty="0"/>
              <a:t>. </a:t>
            </a:r>
          </a:p>
          <a:p>
            <a:pPr marL="171450" indent="-171450">
              <a:buFontTx/>
              <a:buChar char="-"/>
            </a:pPr>
            <a:r>
              <a:rPr lang="nl-BE" dirty="0" err="1"/>
              <a:t>And</a:t>
            </a:r>
            <a:r>
              <a:rPr lang="nl-BE" dirty="0"/>
              <a:t> we </a:t>
            </a:r>
            <a:r>
              <a:rPr lang="nl-BE" dirty="0" err="1"/>
              <a:t>already</a:t>
            </a:r>
            <a:r>
              <a:rPr lang="nl-BE" dirty="0"/>
              <a:t> </a:t>
            </a:r>
            <a:r>
              <a:rPr lang="nl-BE" dirty="0" err="1"/>
              <a:t>know</a:t>
            </a:r>
            <a:r>
              <a:rPr lang="nl-BE" dirty="0"/>
              <a:t> </a:t>
            </a:r>
            <a:r>
              <a:rPr lang="nl-BE" dirty="0" err="1"/>
              <a:t>that</a:t>
            </a:r>
            <a:r>
              <a:rPr lang="nl-BE" dirty="0"/>
              <a:t> </a:t>
            </a:r>
            <a:r>
              <a:rPr lang="nl-BE" dirty="0" err="1"/>
              <a:t>developing</a:t>
            </a:r>
            <a:r>
              <a:rPr lang="nl-BE" dirty="0"/>
              <a:t> software is NOT </a:t>
            </a:r>
            <a:r>
              <a:rPr lang="nl-BE" dirty="0" err="1"/>
              <a:t>only</a:t>
            </a:r>
            <a:r>
              <a:rPr lang="nl-BE" dirty="0"/>
              <a:t> </a:t>
            </a:r>
            <a:r>
              <a:rPr lang="nl-BE" dirty="0" err="1"/>
              <a:t>looking</a:t>
            </a:r>
            <a:r>
              <a:rPr lang="nl-BE" dirty="0"/>
              <a:t> at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cost</a:t>
            </a:r>
            <a:r>
              <a:rPr lang="nl-BE" dirty="0"/>
              <a:t> of “</a:t>
            </a:r>
            <a:r>
              <a:rPr lang="nl-BE" dirty="0" err="1"/>
              <a:t>writing</a:t>
            </a:r>
            <a:r>
              <a:rPr lang="nl-BE" dirty="0"/>
              <a:t> software” or “</a:t>
            </a:r>
            <a:r>
              <a:rPr lang="nl-BE" dirty="0" err="1"/>
              <a:t>developing</a:t>
            </a:r>
            <a:r>
              <a:rPr lang="nl-BE" dirty="0"/>
              <a:t> software”. </a:t>
            </a:r>
            <a:r>
              <a:rPr lang="nl-BE" dirty="0" err="1"/>
              <a:t>There</a:t>
            </a:r>
            <a:r>
              <a:rPr lang="nl-BE" dirty="0"/>
              <a:t> are </a:t>
            </a:r>
            <a:r>
              <a:rPr lang="nl-BE" dirty="0" err="1"/>
              <a:t>many</a:t>
            </a:r>
            <a:r>
              <a:rPr lang="nl-BE" dirty="0"/>
              <a:t> stages in </a:t>
            </a:r>
            <a:r>
              <a:rPr lang="nl-BE" dirty="0" err="1"/>
              <a:t>the</a:t>
            </a:r>
            <a:r>
              <a:rPr lang="nl-BE" dirty="0"/>
              <a:t> SDLC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2314D-8DF0-4D52-A885-1936B5C52DD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65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| Basic">
    <p:bg bwMode="gray">
      <p:bgPr>
        <a:solidFill>
          <a:srgbClr val="00A0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58000"/>
            <a:ext cx="9144000" cy="90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8000" rIns="0" bIns="18000" rtlCol="0" anchor="ctr"/>
          <a:lstStyle/>
          <a:p>
            <a:pPr algn="ctr"/>
            <a:endParaRPr lang="nl-BE" sz="11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357192"/>
            <a:ext cx="9144000" cy="1800000"/>
          </a:xfrm>
          <a:noFill/>
        </p:spPr>
        <p:txBody>
          <a:bodyPr wrap="square" lIns="720000" tIns="180000" rIns="720000" bIns="540000">
            <a:noAutofit/>
          </a:bodyPr>
          <a:lstStyle>
            <a:lvl1pPr marL="0" indent="0" algn="ctr">
              <a:buNone/>
              <a:defRPr sz="32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l-BE" dirty="0"/>
          </a:p>
        </p:txBody>
      </p:sp>
      <p:sp>
        <p:nvSpPr>
          <p:cNvPr id="154" name="Title 153"/>
          <p:cNvSpPr>
            <a:spLocks noGrp="1"/>
          </p:cNvSpPr>
          <p:nvPr>
            <p:ph type="title"/>
          </p:nvPr>
        </p:nvSpPr>
        <p:spPr>
          <a:xfrm>
            <a:off x="0" y="1556992"/>
            <a:ext cx="9144000" cy="1800000"/>
          </a:xfrm>
          <a:noFill/>
        </p:spPr>
        <p:txBody>
          <a:bodyPr lIns="720000" tIns="540000" rIns="720000" bIns="180000" anchor="b" anchorCtr="0">
            <a:noAutofit/>
          </a:bodyPr>
          <a:lstStyle>
            <a:lvl1pPr algn="ctr">
              <a:lnSpc>
                <a:spcPct val="90000"/>
              </a:lnSpc>
              <a:defRPr sz="38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BE" dirty="0"/>
          </a:p>
        </p:txBody>
      </p:sp>
      <p:pic>
        <p:nvPicPr>
          <p:cNvPr id="10" name="Picture 9" descr="TM_logo_vignet_pp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0000" y="360000"/>
            <a:ext cx="2157984" cy="1155192"/>
          </a:xfrm>
          <a:prstGeom prst="rect">
            <a:avLst/>
          </a:prstGeom>
        </p:spPr>
      </p:pic>
      <p:sp>
        <p:nvSpPr>
          <p:cNvPr id="14" name="Date Placeholder 13"/>
          <p:cNvSpPr>
            <a:spLocks noGrp="1"/>
          </p:cNvSpPr>
          <p:nvPr>
            <p:ph type="dt" sz="half" idx="13"/>
          </p:nvPr>
        </p:nvSpPr>
        <p:spPr>
          <a:xfrm>
            <a:off x="755576" y="6570000"/>
            <a:ext cx="990706" cy="200055"/>
          </a:xfrm>
          <a:solidFill>
            <a:schemeClr val="tx1"/>
          </a:solidFill>
        </p:spPr>
        <p:txBody>
          <a:bodyPr/>
          <a:lstStyle>
            <a:lvl1pPr>
              <a:defRPr sz="1300">
                <a:solidFill>
                  <a:srgbClr val="00A0AE"/>
                </a:solidFill>
              </a:defRPr>
            </a:lvl1pPr>
          </a:lstStyle>
          <a:p>
            <a:fld id="{47A69EDB-3CAE-46C5-96EE-7EF24F4A0034}" type="datetime1">
              <a:rPr lang="en-US" smtClean="0"/>
              <a:t>2/18/2026</a:t>
            </a:fld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0" y="5661248"/>
            <a:ext cx="9144000" cy="288032"/>
          </a:xfrm>
          <a:prstGeom prst="rect">
            <a:avLst/>
          </a:prstGeom>
          <a:solidFill>
            <a:srgbClr val="00A0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image_preview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32000" y="6192000"/>
            <a:ext cx="1136842" cy="4320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428000"/>
          </a:xfrm>
        </p:spPr>
        <p:txBody>
          <a:bodyPr bIns="144000"/>
          <a:lstStyle>
            <a:lvl1pPr marL="323850" indent="-323850">
              <a:spcBef>
                <a:spcPts val="400"/>
              </a:spcBef>
              <a:spcAft>
                <a:spcPts val="400"/>
              </a:spcAft>
              <a:buClrTx/>
              <a:defRPr/>
            </a:lvl1pPr>
            <a:lvl2pPr marL="723900" indent="-368300">
              <a:spcBef>
                <a:spcPts val="400"/>
              </a:spcBef>
              <a:spcAft>
                <a:spcPts val="400"/>
              </a:spcAft>
              <a:buClrTx/>
              <a:defRPr sz="2500"/>
            </a:lvl2pPr>
            <a:lvl3pPr marL="982663" indent="-258763">
              <a:spcBef>
                <a:spcPts val="400"/>
              </a:spcBef>
              <a:spcAft>
                <a:spcPts val="400"/>
              </a:spcAft>
              <a:buClrTx/>
              <a:defRPr sz="2300"/>
            </a:lvl3pPr>
            <a:lvl4pPr marL="1255713" indent="-273050">
              <a:spcBef>
                <a:spcPts val="400"/>
              </a:spcBef>
              <a:spcAft>
                <a:spcPts val="400"/>
              </a:spcAft>
              <a:buClrTx/>
              <a:defRPr sz="2000"/>
            </a:lvl4pPr>
            <a:lvl5pPr marL="1609725" indent="-258763">
              <a:spcBef>
                <a:spcPts val="600"/>
              </a:spcBef>
              <a:spcAft>
                <a:spcPts val="600"/>
              </a:spcAft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lIns="360000" tIns="180000" rIns="360000" bIns="144000"/>
          <a:lstStyle>
            <a:lvl1pPr>
              <a:defRPr>
                <a:solidFill>
                  <a:srgbClr val="00A0A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BE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00A0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11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07FD07C-535B-4FAB-A66C-DF3CA41C170B}" type="datetime1">
              <a:rPr lang="en-US" smtClean="0"/>
              <a:t>2/18/2026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34000"/>
          </a:xfrm>
        </p:spPr>
        <p:txBody>
          <a:bodyPr bIns="144000" numCol="2" spcCol="360000"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lIns="360000" tIns="180000" rIns="360000" bIns="144000"/>
          <a:lstStyle/>
          <a:p>
            <a:r>
              <a:rPr lang="en-US"/>
              <a:t>Click to edit Master title style</a:t>
            </a:r>
            <a:endParaRPr lang="nl-BE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00A0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3F1EB-C2ED-4939-BEB9-904443EBF9AE}" type="datetime1">
              <a:rPr lang="en-US" smtClean="0"/>
              <a:t>2/18/2026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t |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152000"/>
            <a:ext cx="4428000" cy="1097992"/>
          </a:xfrm>
        </p:spPr>
        <p:txBody>
          <a:bodyPr lIns="252000" tIns="252000" rIns="0" bIns="0" anchor="t" anchorCtr="0">
            <a:noAutofit/>
          </a:bodyPr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0" y="2285992"/>
            <a:ext cx="4428000" cy="3600000"/>
          </a:xfrm>
        </p:spPr>
        <p:txBody>
          <a:bodyPr lIns="252000" tIns="0" rIns="0"/>
          <a:lstStyle>
            <a:lvl1pPr>
              <a:defRPr sz="2600"/>
            </a:lvl1pPr>
            <a:lvl2pPr>
              <a:defRPr sz="2300"/>
            </a:lvl2pPr>
            <a:lvl3pPr>
              <a:defRPr sz="2000"/>
            </a:lvl3pPr>
            <a:lvl4pPr>
              <a:defRPr sz="17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6032" y="1152000"/>
            <a:ext cx="4428000" cy="1097992"/>
          </a:xfrm>
        </p:spPr>
        <p:txBody>
          <a:bodyPr lIns="0" tIns="252000" rIns="252000" bIns="0" anchor="t" anchorCtr="0">
            <a:normAutofit/>
          </a:bodyPr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6032" y="2285992"/>
            <a:ext cx="4428000" cy="3600000"/>
          </a:xfrm>
        </p:spPr>
        <p:txBody>
          <a:bodyPr lIns="0" tIns="0" rIns="252000"/>
          <a:lstStyle>
            <a:lvl1pPr>
              <a:defRPr sz="2600"/>
            </a:lvl1pPr>
            <a:lvl2pPr>
              <a:defRPr sz="2300"/>
            </a:lvl2pPr>
            <a:lvl3pPr>
              <a:defRPr sz="2000"/>
            </a:lvl3pPr>
            <a:lvl4pPr>
              <a:defRPr sz="17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4B2B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88027-15F2-4A52-B5D0-BF0372040676}" type="datetime1">
              <a:rPr lang="en-US" smtClean="0"/>
              <a:t>2/18/2026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" name="Picture 13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1 Pictur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7620" y="1152000"/>
            <a:ext cx="5072098" cy="4734000"/>
          </a:xfrm>
        </p:spPr>
        <p:txBody>
          <a:bodyPr lIns="0" rIns="0" bIns="144000"/>
          <a:lstStyle>
            <a:lvl2pPr algn="l"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lIns="360000" tIns="180000" rIns="360000" bIns="144000"/>
          <a:lstStyle>
            <a:lvl1pPr>
              <a:defRPr>
                <a:solidFill>
                  <a:srgbClr val="50C6D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BE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4B2B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87"/>
          <p:cNvSpPr>
            <a:spLocks noGrp="1"/>
          </p:cNvSpPr>
          <p:nvPr>
            <p:ph type="pic" sz="quarter" idx="10"/>
          </p:nvPr>
        </p:nvSpPr>
        <p:spPr>
          <a:xfrm>
            <a:off x="180000" y="1152000"/>
            <a:ext cx="3428992" cy="4734000"/>
          </a:xfrm>
        </p:spPr>
        <p:txBody>
          <a:bodyPr>
            <a:normAutofit/>
          </a:bodyPr>
          <a:lstStyle>
            <a:lvl1pPr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nl-BE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46526F-52DA-4487-B338-F51111839E8E}" type="datetime1">
              <a:rPr lang="en-US" smtClean="0"/>
              <a:t>2/18/2026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11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8EBCF01-E279-4B32-9D96-63627694B38D}" type="datetime1">
              <a:rPr lang="en-US" smtClean="0"/>
              <a:t>2/18/2026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9144000" cy="5929313"/>
          </a:xfrm>
        </p:spPr>
        <p:txBody>
          <a:bodyPr/>
          <a:lstStyle>
            <a:lvl1pPr>
              <a:buClrTx/>
              <a:defRPr>
                <a:solidFill>
                  <a:srgbClr val="000000"/>
                </a:solidFill>
              </a:defRPr>
            </a:lvl1pPr>
            <a:lvl2pPr>
              <a:buClrTx/>
              <a:defRPr>
                <a:solidFill>
                  <a:srgbClr val="000000"/>
                </a:solidFill>
              </a:defRPr>
            </a:lvl2pPr>
            <a:lvl3pPr>
              <a:buClrTx/>
              <a:defRPr>
                <a:solidFill>
                  <a:srgbClr val="000000"/>
                </a:solidFill>
              </a:defRPr>
            </a:lvl3pPr>
            <a:lvl4pPr>
              <a:buClrTx/>
              <a:defRPr>
                <a:solidFill>
                  <a:srgbClr val="000000"/>
                </a:solidFill>
              </a:defRPr>
            </a:lvl4pPr>
            <a:lvl5pPr>
              <a:buClrTx/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 dirty="0"/>
          </a:p>
        </p:txBody>
      </p:sp>
      <p:pic>
        <p:nvPicPr>
          <p:cNvPr id="9" name="Picture 8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1 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D07127F-C371-49AF-9B08-9D137732C221}" type="datetime1">
              <a:rPr lang="en-US" smtClean="0"/>
              <a:t>2/18/2026</a:t>
            </a:fld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9293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BE"/>
          </a:p>
        </p:txBody>
      </p:sp>
      <p:pic>
        <p:nvPicPr>
          <p:cNvPr id="9" name="Picture 8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D96DE-F6F1-4565-870E-02A822A715AA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58024"/>
            <a:ext cx="9144000" cy="900000"/>
          </a:xfrm>
          <a:prstGeom prst="rect">
            <a:avLst/>
          </a:prstGeom>
          <a:solidFill>
            <a:srgbClr val="EC4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8000" rIns="0" bIns="18000" rtlCol="0" anchor="ctr"/>
          <a:lstStyle/>
          <a:p>
            <a:pPr algn="ctr"/>
            <a:endParaRPr lang="nl-BE" sz="1100" dirty="0">
              <a:solidFill>
                <a:schemeClr val="bg1"/>
              </a:solidFill>
            </a:endParaRPr>
          </a:p>
        </p:txBody>
      </p:sp>
      <p:sp>
        <p:nvSpPr>
          <p:cNvPr id="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5576" y="6084000"/>
            <a:ext cx="4032424" cy="432000"/>
          </a:xfrm>
          <a:prstGeom prst="rect">
            <a:avLst/>
          </a:prstGeom>
          <a:solidFill>
            <a:schemeClr val="bg1"/>
          </a:solidFill>
        </p:spPr>
        <p:txBody>
          <a:bodyPr wrap="square" lIns="144000" tIns="0" rIns="144000" bIns="0" anchor="ctr" anchorCtr="0">
            <a:noAutofit/>
          </a:bodyPr>
          <a:lstStyle>
            <a:lvl1pPr algn="l">
              <a:lnSpc>
                <a:spcPct val="90000"/>
              </a:lnSpc>
              <a:defRPr sz="1500">
                <a:solidFill>
                  <a:srgbClr val="00A0AE"/>
                </a:solidFill>
                <a:latin typeface="Trebuchet MS" pitchFamily="34" charset="0"/>
              </a:defRPr>
            </a:lvl1pPr>
          </a:lstStyle>
          <a:p>
            <a:endParaRPr lang="en-US"/>
          </a:p>
        </p:txBody>
      </p:sp>
      <p:sp>
        <p:nvSpPr>
          <p:cNvPr id="86" name="Slide Number Placeholder 85"/>
          <p:cNvSpPr>
            <a:spLocks noGrp="1"/>
          </p:cNvSpPr>
          <p:nvPr>
            <p:ph type="sldNum" sz="quarter" idx="4"/>
          </p:nvPr>
        </p:nvSpPr>
        <p:spPr>
          <a:xfrm>
            <a:off x="360000" y="6084000"/>
            <a:ext cx="360000" cy="667148"/>
          </a:xfrm>
          <a:prstGeom prst="rect">
            <a:avLst/>
          </a:prstGeom>
          <a:solidFill>
            <a:srgbClr val="00A0AE"/>
          </a:solidFill>
        </p:spPr>
        <p:txBody>
          <a:bodyPr vert="horz" wrap="none" lIns="0" tIns="108000" rIns="0" bIns="0" rtlCol="0" anchor="ctr" anchorCtr="0">
            <a:noAutofit/>
          </a:bodyPr>
          <a:lstStyle>
            <a:lvl1pPr algn="ctr">
              <a:defRPr sz="2000" b="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2984"/>
          </a:xfrm>
          <a:prstGeom prst="rect">
            <a:avLst/>
          </a:prstGeom>
          <a:ln w="0">
            <a:noFill/>
          </a:ln>
        </p:spPr>
        <p:txBody>
          <a:bodyPr vert="horz" lIns="360000" tIns="180000" rIns="360000" bIns="14400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152000"/>
            <a:ext cx="9144000" cy="4428000"/>
          </a:xfrm>
          <a:prstGeom prst="rect">
            <a:avLst/>
          </a:prstGeom>
        </p:spPr>
        <p:txBody>
          <a:bodyPr vert="horz" lIns="432000" tIns="252000" rIns="43200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0" name="Date Placeholder 3"/>
          <p:cNvSpPr>
            <a:spLocks noGrp="1"/>
          </p:cNvSpPr>
          <p:nvPr>
            <p:ph type="dt" sz="half" idx="2"/>
          </p:nvPr>
        </p:nvSpPr>
        <p:spPr>
          <a:xfrm>
            <a:off x="755576" y="6570000"/>
            <a:ext cx="990706" cy="200055"/>
          </a:xfrm>
          <a:prstGeom prst="rect">
            <a:avLst/>
          </a:prstGeom>
          <a:solidFill>
            <a:srgbClr val="EC4B2F"/>
          </a:solidFill>
        </p:spPr>
        <p:txBody>
          <a:bodyPr wrap="none" lIns="108000" tIns="0" rIns="0" bIns="0" anchor="b" anchorCtr="0">
            <a:spAutoFit/>
          </a:bodyPr>
          <a:lstStyle>
            <a:lvl1pPr algn="r">
              <a:defRPr sz="130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fld id="{14FA66E2-D48F-42DF-A816-E5B30F9957F8}" type="datetime1">
              <a:rPr lang="en-US" smtClean="0"/>
              <a:t>2/18/2026</a:t>
            </a:fld>
            <a:endParaRPr lang="en-US"/>
          </a:p>
        </p:txBody>
      </p:sp>
      <p:pic>
        <p:nvPicPr>
          <p:cNvPr id="9" name="Picture 8" descr="tm_rgb.jp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9" r:id="rId8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 cap="all" baseline="0">
          <a:solidFill>
            <a:srgbClr val="EC4B2F"/>
          </a:solidFill>
          <a:latin typeface="Trebuchet MS" pitchFamily="34" charset="0"/>
          <a:ea typeface="+mj-ea"/>
          <a:cs typeface="+mj-cs"/>
        </a:defRPr>
      </a:lvl1pPr>
    </p:titleStyle>
    <p:bodyStyle>
      <a:lvl1pPr marL="355600" indent="-35560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SzPct val="90000"/>
        <a:buFont typeface="Verdana" pitchFamily="34" charset="0"/>
        <a:buChar char="•"/>
        <a:defRPr sz="30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1pPr>
      <a:lvl2pPr marL="723900" indent="-36830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Font typeface="Arial" pitchFamily="34" charset="0"/>
        <a:buChar char="−"/>
        <a:defRPr sz="27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2pPr>
      <a:lvl3pPr marL="982663" indent="-258763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Font typeface="Arial" pitchFamily="34" charset="0"/>
        <a:buChar char="•"/>
        <a:defRPr sz="24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3pPr>
      <a:lvl4pPr marL="1255713" indent="-27305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Font typeface="Arial" pitchFamily="34" charset="0"/>
        <a:buChar char="»"/>
        <a:defRPr sz="21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4pPr>
      <a:lvl5pPr marL="1609725" indent="-258763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tx1"/>
        </a:buClr>
        <a:buFont typeface="Arial" pitchFamily="34" charset="0"/>
        <a:buNone/>
        <a:defRPr sz="2000" kern="1200">
          <a:solidFill>
            <a:schemeClr val="accent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18" Type="http://schemas.openxmlformats.org/officeDocument/2006/relationships/diagramData" Target="../diagrams/data4.xml"/><Relationship Id="rId26" Type="http://schemas.openxmlformats.org/officeDocument/2006/relationships/diagramColors" Target="../diagrams/colors5.xml"/><Relationship Id="rId3" Type="http://schemas.openxmlformats.org/officeDocument/2006/relationships/diagramData" Target="../diagrams/data1.xml"/><Relationship Id="rId21" Type="http://schemas.openxmlformats.org/officeDocument/2006/relationships/diagramColors" Target="../diagrams/colors4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5" Type="http://schemas.openxmlformats.org/officeDocument/2006/relationships/diagramQuickStyle" Target="../diagrams/quickStyle5.xml"/><Relationship Id="rId2" Type="http://schemas.openxmlformats.org/officeDocument/2006/relationships/notesSlide" Target="../notesSlides/notesSlide4.xml"/><Relationship Id="rId16" Type="http://schemas.openxmlformats.org/officeDocument/2006/relationships/diagramColors" Target="../diagrams/colors3.xml"/><Relationship Id="rId20" Type="http://schemas.openxmlformats.org/officeDocument/2006/relationships/diagramQuickStyle" Target="../diagrams/quickStyl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24" Type="http://schemas.openxmlformats.org/officeDocument/2006/relationships/diagramLayout" Target="../diagrams/layout5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23" Type="http://schemas.openxmlformats.org/officeDocument/2006/relationships/diagramData" Target="../diagrams/data5.xml"/><Relationship Id="rId10" Type="http://schemas.openxmlformats.org/officeDocument/2006/relationships/diagramQuickStyle" Target="../diagrams/quickStyle2.xml"/><Relationship Id="rId19" Type="http://schemas.openxmlformats.org/officeDocument/2006/relationships/diagramLayout" Target="../diagrams/layout4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Relationship Id="rId22" Type="http://schemas.microsoft.com/office/2007/relationships/diagramDrawing" Target="../diagrams/drawing4.xml"/><Relationship Id="rId27" Type="http://schemas.microsoft.com/office/2007/relationships/diagramDrawing" Target="../diagrams/drawin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gi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/>
              <a:t>Chapter 2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197838-42B4-DCC3-B58E-051BA75B4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91600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Who reviewed last week's material?</a:t>
            </a:r>
          </a:p>
          <a:p>
            <a:r>
              <a:rPr lang="en-GB" dirty="0"/>
              <a:t>When?</a:t>
            </a:r>
          </a:p>
          <a:p>
            <a:pPr lvl="1"/>
            <a:r>
              <a:rPr lang="en-GB" dirty="0"/>
              <a:t>The day itself, one day later</a:t>
            </a:r>
          </a:p>
          <a:p>
            <a:pPr lvl="1"/>
            <a:r>
              <a:rPr lang="en-GB" dirty="0"/>
              <a:t>A few days later</a:t>
            </a:r>
          </a:p>
          <a:p>
            <a:pPr lvl="1"/>
            <a:r>
              <a:rPr lang="en-GB" dirty="0"/>
              <a:t>Just before this lecture</a:t>
            </a:r>
          </a:p>
          <a:p>
            <a:r>
              <a:rPr lang="en-GB" dirty="0"/>
              <a:t>Who made a summary?</a:t>
            </a:r>
          </a:p>
          <a:p>
            <a:r>
              <a:rPr lang="en-GB" dirty="0"/>
              <a:t>Explained things to yourself?</a:t>
            </a:r>
          </a:p>
          <a:p>
            <a:r>
              <a:rPr lang="en-GB" dirty="0"/>
              <a:t>Explained things to fellow students?</a:t>
            </a:r>
          </a:p>
          <a:p>
            <a:r>
              <a:rPr lang="en-GB" dirty="0"/>
              <a:t>Has anyone devised and answered an exercise themselves?</a:t>
            </a:r>
          </a:p>
          <a:p>
            <a:r>
              <a:rPr lang="en-GB" dirty="0"/>
              <a:t>Who looked at the Theory/Lab exercises, …?</a:t>
            </a:r>
          </a:p>
          <a:p>
            <a:endParaRPr lang="en-GB" dirty="0"/>
          </a:p>
          <a:p>
            <a:pPr>
              <a:buFont typeface="Symbol" panose="05050102010706020507" pitchFamily="18" charset="2"/>
              <a:buChar char="Þ"/>
            </a:pPr>
            <a:r>
              <a:rPr lang="en-GB" dirty="0"/>
              <a:t>These steps are the things you need to learn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GB" dirty="0"/>
              <a:t>The topic ‘SWE’ is a means to learn the essential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en-GB" dirty="0"/>
              <a:t>HOW TO ‘LEARN TO LEARN’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6D08EE-B6FC-90C5-77FF-A4EA61650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4D613-9FF3-5CCA-5BB9-C577F5F3A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</a:t>
            </a:fld>
            <a:endParaRPr lang="nl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C05DF-1865-BA00-6F09-0EEEBBBE661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dirty="0"/>
              <a:t>SWE</a:t>
            </a:r>
          </a:p>
          <a:p>
            <a:r>
              <a:rPr lang="nl-BE" dirty="0"/>
              <a:t>Rodrigue Stultiens</a:t>
            </a:r>
          </a:p>
        </p:txBody>
      </p:sp>
    </p:spTree>
    <p:extLst>
      <p:ext uri="{BB962C8B-B14F-4D97-AF65-F5344CB8AC3E}">
        <p14:creationId xmlns:p14="http://schemas.microsoft.com/office/powerpoint/2010/main" val="3827789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91600"/>
          </a:xfrm>
        </p:spPr>
        <p:txBody>
          <a:bodyPr>
            <a:normAutofit fontScale="92500" lnSpcReduction="10000"/>
          </a:bodyPr>
          <a:lstStyle/>
          <a:p>
            <a:r>
              <a:rPr lang="nl-BE" dirty="0"/>
              <a:t>Software development consists of many steps to achieve a good </a:t>
            </a:r>
            <a:r>
              <a:rPr lang="nl-BE" dirty="0" err="1"/>
              <a:t>final</a:t>
            </a:r>
            <a:r>
              <a:rPr lang="nl-BE" dirty="0"/>
              <a:t> product</a:t>
            </a:r>
          </a:p>
          <a:p>
            <a:endParaRPr lang="nl-BE" dirty="0"/>
          </a:p>
          <a:p>
            <a:r>
              <a:rPr lang="nl-BE" dirty="0"/>
              <a:t>Different </a:t>
            </a:r>
            <a:r>
              <a:rPr lang="nl-BE" dirty="0" err="1"/>
              <a:t>categories</a:t>
            </a:r>
            <a:r>
              <a:rPr lang="nl-BE" dirty="0"/>
              <a:t> of / views on SW development</a:t>
            </a:r>
          </a:p>
          <a:p>
            <a:pPr lvl="1"/>
            <a:r>
              <a:rPr lang="nl-BE" dirty="0"/>
              <a:t>New versus </a:t>
            </a:r>
            <a:r>
              <a:rPr lang="nl-BE" dirty="0" err="1"/>
              <a:t>replacement</a:t>
            </a:r>
            <a:endParaRPr lang="nl-BE" dirty="0"/>
          </a:p>
          <a:p>
            <a:pPr lvl="1"/>
            <a:r>
              <a:rPr lang="nl-BE" dirty="0"/>
              <a:t>General </a:t>
            </a:r>
            <a:r>
              <a:rPr lang="nl-BE" dirty="0" err="1"/>
              <a:t>purpose</a:t>
            </a:r>
            <a:r>
              <a:rPr lang="nl-BE" dirty="0"/>
              <a:t> versus </a:t>
            </a:r>
            <a:r>
              <a:rPr lang="nl-BE" dirty="0" err="1"/>
              <a:t>for</a:t>
            </a:r>
            <a:r>
              <a:rPr lang="nl-BE" dirty="0"/>
              <a:t> 1 customer</a:t>
            </a:r>
          </a:p>
          <a:p>
            <a:pPr lvl="1"/>
            <a:r>
              <a:rPr lang="nl-BE" dirty="0" err="1"/>
              <a:t>Buying</a:t>
            </a:r>
            <a:r>
              <a:rPr lang="nl-BE" dirty="0"/>
              <a:t> or </a:t>
            </a:r>
            <a:r>
              <a:rPr lang="nl-BE" dirty="0" err="1"/>
              <a:t>custom</a:t>
            </a:r>
            <a:r>
              <a:rPr lang="nl-BE" dirty="0"/>
              <a:t>-made</a:t>
            </a:r>
          </a:p>
          <a:p>
            <a:pPr lvl="1"/>
            <a:r>
              <a:rPr lang="nl-BE" dirty="0"/>
              <a:t>AI </a:t>
            </a:r>
            <a:r>
              <a:rPr lang="nl-BE" dirty="0" err="1"/>
              <a:t>vs</a:t>
            </a:r>
            <a:r>
              <a:rPr lang="nl-BE" dirty="0"/>
              <a:t> </a:t>
            </a:r>
            <a:r>
              <a:rPr lang="nl-BE" dirty="0" err="1"/>
              <a:t>regular</a:t>
            </a:r>
            <a:r>
              <a:rPr lang="nl-BE" dirty="0"/>
              <a:t> SW </a:t>
            </a:r>
            <a:r>
              <a:rPr lang="nl-BE" baseline="30000" dirty="0"/>
              <a:t>(*)</a:t>
            </a:r>
          </a:p>
          <a:p>
            <a:pPr lvl="1"/>
            <a:endParaRPr lang="nl-BE" dirty="0"/>
          </a:p>
          <a:p>
            <a:pPr marL="355600" lvl="1" indent="0" algn="r">
              <a:buNone/>
            </a:pPr>
            <a:r>
              <a:rPr lang="nl-BE" sz="1500" dirty="0"/>
              <a:t>(*) AI-systems is </a:t>
            </a:r>
            <a:r>
              <a:rPr lang="nl-BE" sz="1500" dirty="0" err="1"/>
              <a:t>not</a:t>
            </a:r>
            <a:r>
              <a:rPr lang="nl-BE" sz="1500" dirty="0"/>
              <a:t> </a:t>
            </a:r>
            <a:r>
              <a:rPr lang="nl-BE" sz="1500" dirty="0" err="1"/>
              <a:t>only</a:t>
            </a:r>
            <a:r>
              <a:rPr lang="nl-BE" sz="1500" dirty="0"/>
              <a:t> AI, </a:t>
            </a:r>
            <a:r>
              <a:rPr lang="nl-BE" sz="1500" dirty="0" err="1"/>
              <a:t>also</a:t>
            </a:r>
            <a:r>
              <a:rPr lang="nl-BE" sz="1500" dirty="0"/>
              <a:t> UI, </a:t>
            </a:r>
            <a:r>
              <a:rPr lang="nl-BE" sz="1500" dirty="0" err="1"/>
              <a:t>Proj</a:t>
            </a:r>
            <a:r>
              <a:rPr lang="nl-BE" sz="1500" dirty="0"/>
              <a:t>. </a:t>
            </a:r>
            <a:r>
              <a:rPr lang="nl-BE" sz="1500" dirty="0" err="1"/>
              <a:t>Mgt</a:t>
            </a:r>
            <a:r>
              <a:rPr lang="nl-BE" sz="1500" dirty="0"/>
              <a:t>, …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Software Development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B3AAA-FE3A-8244-156D-7165A5A023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F2CB93B-FA86-4908-53BB-71325CCF630F}"/>
              </a:ext>
            </a:extLst>
          </p:cNvPr>
          <p:cNvGraphicFramePr>
            <a:graphicFrameLocks noGrp="1"/>
          </p:cNvGraphicFramePr>
          <p:nvPr>
            <p:ph type="pic" sz="quarter" idx="13"/>
            <p:extLst>
              <p:ext uri="{D42A27DB-BD31-4B8C-83A1-F6EECF244321}">
                <p14:modId xmlns:p14="http://schemas.microsoft.com/office/powerpoint/2010/main" val="32852936"/>
              </p:ext>
            </p:extLst>
          </p:nvPr>
        </p:nvGraphicFramePr>
        <p:xfrm>
          <a:off x="0" y="325890"/>
          <a:ext cx="8382000" cy="56034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4674DFFF-002F-FD88-8044-905E5FAA2C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655968"/>
              </p:ext>
            </p:extLst>
          </p:nvPr>
        </p:nvGraphicFramePr>
        <p:xfrm>
          <a:off x="7298582" y="1446688"/>
          <a:ext cx="1928880" cy="195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0598F90-361A-A70B-2AAE-ED33471211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9301855"/>
              </p:ext>
            </p:extLst>
          </p:nvPr>
        </p:nvGraphicFramePr>
        <p:xfrm>
          <a:off x="-202440" y="3287598"/>
          <a:ext cx="1928880" cy="195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359641E9-DE2D-97E9-72AA-124CE907B0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8934769"/>
              </p:ext>
            </p:extLst>
          </p:nvPr>
        </p:nvGraphicFramePr>
        <p:xfrm>
          <a:off x="880978" y="106852"/>
          <a:ext cx="1928880" cy="195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1B342DEC-69C6-22DF-81A2-92B7856A7B4B}"/>
              </a:ext>
            </a:extLst>
          </p:cNvPr>
          <p:cNvGrpSpPr/>
          <p:nvPr/>
        </p:nvGrpSpPr>
        <p:grpSpPr>
          <a:xfrm rot="3569976">
            <a:off x="2765364" y="195179"/>
            <a:ext cx="390342" cy="1034339"/>
            <a:chOff x="2532768" y="1600003"/>
            <a:chExt cx="351104" cy="277145"/>
          </a:xfrm>
        </p:grpSpPr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2BCD024D-C3D2-D8AE-7969-7ABFAB23158D}"/>
                </a:ext>
              </a:extLst>
            </p:cNvPr>
            <p:cNvSpPr/>
            <p:nvPr/>
          </p:nvSpPr>
          <p:spPr>
            <a:xfrm rot="18000000">
              <a:off x="2569747" y="1563024"/>
              <a:ext cx="277145" cy="351104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13" name="Arrow: Right 4">
              <a:extLst>
                <a:ext uri="{FF2B5EF4-FFF2-40B4-BE49-F238E27FC236}">
                  <a16:creationId xmlns:a16="http://schemas.microsoft.com/office/drawing/2014/main" id="{CC783029-D571-2EB9-7CAE-7041D1A5A14F}"/>
                </a:ext>
              </a:extLst>
            </p:cNvPr>
            <p:cNvSpPr txBox="1"/>
            <p:nvPr/>
          </p:nvSpPr>
          <p:spPr>
            <a:xfrm rot="18000000">
              <a:off x="2590533" y="1669247"/>
              <a:ext cx="194002" cy="2106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nl-BE" sz="600" kern="120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394620D-4371-3241-0E07-680179EF69A1}"/>
              </a:ext>
            </a:extLst>
          </p:cNvPr>
          <p:cNvGrpSpPr/>
          <p:nvPr/>
        </p:nvGrpSpPr>
        <p:grpSpPr>
          <a:xfrm rot="14952557">
            <a:off x="7419422" y="2408393"/>
            <a:ext cx="234225" cy="669552"/>
            <a:chOff x="2532768" y="1600003"/>
            <a:chExt cx="351104" cy="277145"/>
          </a:xfrm>
        </p:grpSpPr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31299C9C-D7BE-32EA-66C4-9D92A0191EB1}"/>
                </a:ext>
              </a:extLst>
            </p:cNvPr>
            <p:cNvSpPr/>
            <p:nvPr/>
          </p:nvSpPr>
          <p:spPr>
            <a:xfrm rot="18000000">
              <a:off x="2569747" y="1563024"/>
              <a:ext cx="277145" cy="351104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19" name="Arrow: Right 4">
              <a:extLst>
                <a:ext uri="{FF2B5EF4-FFF2-40B4-BE49-F238E27FC236}">
                  <a16:creationId xmlns:a16="http://schemas.microsoft.com/office/drawing/2014/main" id="{68B15D0B-006C-3BA2-134B-18396ED60ECD}"/>
                </a:ext>
              </a:extLst>
            </p:cNvPr>
            <p:cNvSpPr txBox="1"/>
            <p:nvPr/>
          </p:nvSpPr>
          <p:spPr>
            <a:xfrm rot="18000000">
              <a:off x="2590533" y="1669247"/>
              <a:ext cx="194002" cy="2106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nl-BE" sz="600" kern="120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9915347-77DF-D285-F435-884B0558B5F1}"/>
              </a:ext>
            </a:extLst>
          </p:cNvPr>
          <p:cNvGrpSpPr/>
          <p:nvPr/>
        </p:nvGrpSpPr>
        <p:grpSpPr>
          <a:xfrm rot="12699929">
            <a:off x="7517026" y="3059641"/>
            <a:ext cx="234225" cy="669552"/>
            <a:chOff x="2532768" y="1600003"/>
            <a:chExt cx="351104" cy="277145"/>
          </a:xfrm>
        </p:grpSpPr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926559A1-B33C-3929-2B01-0E682347CB04}"/>
                </a:ext>
              </a:extLst>
            </p:cNvPr>
            <p:cNvSpPr/>
            <p:nvPr/>
          </p:nvSpPr>
          <p:spPr>
            <a:xfrm rot="18000000">
              <a:off x="2569747" y="1563024"/>
              <a:ext cx="277145" cy="351104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2" name="Arrow: Right 4">
              <a:extLst>
                <a:ext uri="{FF2B5EF4-FFF2-40B4-BE49-F238E27FC236}">
                  <a16:creationId xmlns:a16="http://schemas.microsoft.com/office/drawing/2014/main" id="{51EBE9F9-EECE-70FF-F514-6F8E3218DE4C}"/>
                </a:ext>
              </a:extLst>
            </p:cNvPr>
            <p:cNvSpPr txBox="1"/>
            <p:nvPr/>
          </p:nvSpPr>
          <p:spPr>
            <a:xfrm rot="18000000">
              <a:off x="2590533" y="1669247"/>
              <a:ext cx="194002" cy="2106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nl-BE" sz="600" kern="120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58697B0-7ADD-75E3-5AA8-90BB2917084A}"/>
              </a:ext>
            </a:extLst>
          </p:cNvPr>
          <p:cNvGrpSpPr/>
          <p:nvPr/>
        </p:nvGrpSpPr>
        <p:grpSpPr>
          <a:xfrm rot="6647443" flipV="1">
            <a:off x="7414078" y="2724505"/>
            <a:ext cx="234225" cy="669552"/>
            <a:chOff x="2532768" y="1600003"/>
            <a:chExt cx="351104" cy="277145"/>
          </a:xfrm>
        </p:grpSpPr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780B081C-6AFC-C63E-E9DF-429124E2F80E}"/>
                </a:ext>
              </a:extLst>
            </p:cNvPr>
            <p:cNvSpPr/>
            <p:nvPr/>
          </p:nvSpPr>
          <p:spPr>
            <a:xfrm rot="18000000">
              <a:off x="2569747" y="1563024"/>
              <a:ext cx="277145" cy="351104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5" name="Arrow: Right 4">
              <a:extLst>
                <a:ext uri="{FF2B5EF4-FFF2-40B4-BE49-F238E27FC236}">
                  <a16:creationId xmlns:a16="http://schemas.microsoft.com/office/drawing/2014/main" id="{2FDA9642-989B-BF81-BA05-B298918E7521}"/>
                </a:ext>
              </a:extLst>
            </p:cNvPr>
            <p:cNvSpPr txBox="1"/>
            <p:nvPr/>
          </p:nvSpPr>
          <p:spPr>
            <a:xfrm rot="18000000">
              <a:off x="2590533" y="1669247"/>
              <a:ext cx="194002" cy="2106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nl-BE" sz="600" kern="120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E4452B5-A9CE-3703-8155-3550B53A1D24}"/>
              </a:ext>
            </a:extLst>
          </p:cNvPr>
          <p:cNvGrpSpPr/>
          <p:nvPr/>
        </p:nvGrpSpPr>
        <p:grpSpPr>
          <a:xfrm rot="8900071" flipV="1">
            <a:off x="7530989" y="2008091"/>
            <a:ext cx="234225" cy="669552"/>
            <a:chOff x="2532768" y="1600003"/>
            <a:chExt cx="351104" cy="277145"/>
          </a:xfrm>
        </p:grpSpPr>
        <p:sp>
          <p:nvSpPr>
            <p:cNvPr id="27" name="Arrow: Right 26">
              <a:extLst>
                <a:ext uri="{FF2B5EF4-FFF2-40B4-BE49-F238E27FC236}">
                  <a16:creationId xmlns:a16="http://schemas.microsoft.com/office/drawing/2014/main" id="{3B401174-3CF1-F677-C46C-A49DBA9A2AA1}"/>
                </a:ext>
              </a:extLst>
            </p:cNvPr>
            <p:cNvSpPr/>
            <p:nvPr/>
          </p:nvSpPr>
          <p:spPr>
            <a:xfrm rot="18000000">
              <a:off x="2569747" y="1563024"/>
              <a:ext cx="277145" cy="351104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8" name="Arrow: Right 4">
              <a:extLst>
                <a:ext uri="{FF2B5EF4-FFF2-40B4-BE49-F238E27FC236}">
                  <a16:creationId xmlns:a16="http://schemas.microsoft.com/office/drawing/2014/main" id="{45B4EE54-C0DF-D87F-1F7A-9A83CDF64694}"/>
                </a:ext>
              </a:extLst>
            </p:cNvPr>
            <p:cNvSpPr txBox="1"/>
            <p:nvPr/>
          </p:nvSpPr>
          <p:spPr>
            <a:xfrm rot="18000000">
              <a:off x="2590533" y="1669247"/>
              <a:ext cx="194002" cy="2106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nl-BE" sz="600" kern="1200"/>
            </a:p>
          </p:txBody>
        </p:sp>
      </p:grpSp>
      <p:graphicFrame>
        <p:nvGraphicFramePr>
          <p:cNvPr id="29" name="Diagram 28">
            <a:extLst>
              <a:ext uri="{FF2B5EF4-FFF2-40B4-BE49-F238E27FC236}">
                <a16:creationId xmlns:a16="http://schemas.microsoft.com/office/drawing/2014/main" id="{D3446639-EA5C-1527-D878-7EE544B222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8708473"/>
              </p:ext>
            </p:extLst>
          </p:nvPr>
        </p:nvGraphicFramePr>
        <p:xfrm>
          <a:off x="6741124" y="3814951"/>
          <a:ext cx="1928880" cy="195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3" r:lo="rId24" r:qs="rId25" r:cs="rId2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D3B7BB1-B39F-A3E3-E6A1-A79B12A4CC29}"/>
              </a:ext>
            </a:extLst>
          </p:cNvPr>
          <p:cNvSpPr txBox="1"/>
          <p:nvPr/>
        </p:nvSpPr>
        <p:spPr>
          <a:xfrm rot="20783567">
            <a:off x="6377273" y="723945"/>
            <a:ext cx="2541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>
                <a:solidFill>
                  <a:srgbClr val="FF0000"/>
                </a:solidFill>
                <a:highlight>
                  <a:srgbClr val="FFFF00"/>
                </a:highlight>
              </a:rPr>
              <a:t>THIS IS IMPORTANT</a:t>
            </a:r>
          </a:p>
        </p:txBody>
      </p:sp>
    </p:spTree>
    <p:extLst>
      <p:ext uri="{BB962C8B-B14F-4D97-AF65-F5344CB8AC3E}">
        <p14:creationId xmlns:p14="http://schemas.microsoft.com/office/powerpoint/2010/main" val="1629069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DED9DB-7286-EA52-D347-F81B266D8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Waterfall</a:t>
            </a:r>
          </a:p>
          <a:p>
            <a:r>
              <a:rPr lang="en-GB" dirty="0"/>
              <a:t>Agile</a:t>
            </a:r>
          </a:p>
          <a:p>
            <a:r>
              <a:rPr lang="en-GB" dirty="0"/>
              <a:t>V-model</a:t>
            </a:r>
          </a:p>
          <a:p>
            <a:r>
              <a:rPr lang="en-GB" dirty="0"/>
              <a:t>Prototype</a:t>
            </a:r>
          </a:p>
          <a:p>
            <a:r>
              <a:rPr lang="en-GB" dirty="0"/>
              <a:t>…</a:t>
            </a:r>
            <a:endParaRPr lang="nl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19A88E-0436-3229-75CB-19A3CF675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SDLC Methodologies</a:t>
            </a:r>
            <a:endParaRPr lang="nl-B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3243C6-6FD8-1E0C-361E-E6853A7CE4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06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C0CA1BF-FA1F-9B8E-241F-380C7E503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 versus traditional SW development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C2902-BD3E-3ACB-683E-18DFDC5A96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E5B3F4C-1C79-2607-EB45-28CFDA4AA1B1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8608368"/>
              </p:ext>
            </p:extLst>
          </p:nvPr>
        </p:nvGraphicFramePr>
        <p:xfrm>
          <a:off x="1765300" y="1279525"/>
          <a:ext cx="5603875" cy="199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434920" imgH="1577446" progId="Excel.Sheet.12">
                  <p:embed/>
                </p:oleObj>
              </mc:Choice>
              <mc:Fallback>
                <p:oleObj name="Worksheet" r:id="rId3" imgW="4434920" imgH="1577446" progId="Excel.Sheet.12">
                  <p:embed/>
                  <p:pic>
                    <p:nvPicPr>
                      <p:cNvPr id="5" name="Content Placeholder 4">
                        <a:extLst>
                          <a:ext uri="{FF2B5EF4-FFF2-40B4-BE49-F238E27FC236}">
                            <a16:creationId xmlns:a16="http://schemas.microsoft.com/office/drawing/2014/main" id="{0E5B3F4C-1C79-2607-EB45-28CFDA4AA1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5300" y="1279525"/>
                        <a:ext cx="5603875" cy="199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CC65D05-EED7-38B7-C810-6F1BE58F26A1}"/>
              </a:ext>
            </a:extLst>
          </p:cNvPr>
          <p:cNvSpPr txBox="1"/>
          <p:nvPr/>
        </p:nvSpPr>
        <p:spPr>
          <a:xfrm>
            <a:off x="381000" y="3531275"/>
            <a:ext cx="4038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Trebuchet MS" panose="020B0603020202020204" pitchFamily="34" charset="0"/>
              </a:rPr>
              <a:t>Each step is </a:t>
            </a:r>
            <a:r>
              <a:rPr lang="en-US" b="1" i="0" dirty="0">
                <a:solidFill>
                  <a:srgbClr val="242424"/>
                </a:solidFill>
                <a:effectLst/>
                <a:latin typeface="Trebuchet MS" panose="020B0603020202020204" pitchFamily="34" charset="0"/>
              </a:rPr>
              <a:t>deterministic</a:t>
            </a:r>
            <a:r>
              <a:rPr lang="en-US" b="0" i="0" dirty="0">
                <a:solidFill>
                  <a:srgbClr val="242424"/>
                </a:solidFill>
                <a:effectLst/>
                <a:latin typeface="Trebuchet MS" panose="020B0603020202020204" pitchFamily="34" charset="0"/>
              </a:rPr>
              <a:t> — same inputs, same outputs.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Trebuchet MS" panose="020B0603020202020204" pitchFamily="34" charset="0"/>
              </a:rPr>
              <a:t>Maintenance and Updates happen limited amount of times</a:t>
            </a:r>
            <a:endParaRPr lang="nl-BE" dirty="0">
              <a:latin typeface="Trebuchet MS" panose="020B06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F6A7D0-5C48-1E95-0380-C2516B6020D8}"/>
              </a:ext>
            </a:extLst>
          </p:cNvPr>
          <p:cNvSpPr txBox="1"/>
          <p:nvPr/>
        </p:nvSpPr>
        <p:spPr>
          <a:xfrm>
            <a:off x="4876800" y="3531275"/>
            <a:ext cx="4038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Trebuchet MS" panose="020B0603020202020204" pitchFamily="34" charset="0"/>
              </a:rPr>
              <a:t>AI models are </a:t>
            </a:r>
            <a:r>
              <a:rPr lang="en-US" b="1" i="0" dirty="0">
                <a:solidFill>
                  <a:srgbClr val="242424"/>
                </a:solidFill>
                <a:effectLst/>
                <a:latin typeface="Trebuchet MS" panose="020B0603020202020204" pitchFamily="34" charset="0"/>
              </a:rPr>
              <a:t>non-deterministic</a:t>
            </a:r>
            <a:r>
              <a:rPr lang="en-US" b="0" i="0" dirty="0">
                <a:solidFill>
                  <a:srgbClr val="242424"/>
                </a:solidFill>
                <a:effectLst/>
                <a:latin typeface="Trebuchet MS" panose="020B0603020202020204" pitchFamily="34" charset="0"/>
              </a:rPr>
              <a:t> —same input might produce different outputs.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42424"/>
                </a:solidFill>
                <a:effectLst/>
                <a:latin typeface="Trebuchet MS" panose="020B0603020202020204" pitchFamily="34" charset="0"/>
              </a:rPr>
              <a:t>Adapts over time + iterative</a:t>
            </a:r>
            <a:r>
              <a:rPr lang="en-US" b="0" i="0" dirty="0">
                <a:solidFill>
                  <a:srgbClr val="242424"/>
                </a:solidFill>
                <a:effectLst/>
                <a:latin typeface="Trebuchet MS" panose="020B0603020202020204" pitchFamily="34" charset="0"/>
              </a:rPr>
              <a:t> and </a:t>
            </a:r>
            <a:r>
              <a:rPr lang="en-US" b="1" i="0" dirty="0">
                <a:solidFill>
                  <a:srgbClr val="242424"/>
                </a:solidFill>
                <a:effectLst/>
                <a:latin typeface="Trebuchet MS" panose="020B0603020202020204" pitchFamily="34" charset="0"/>
              </a:rPr>
              <a:t>ongoing</a:t>
            </a:r>
            <a:r>
              <a:rPr lang="en-US" b="0" i="0" dirty="0">
                <a:solidFill>
                  <a:srgbClr val="242424"/>
                </a:solidFill>
                <a:effectLst/>
                <a:latin typeface="Trebuchet MS" panose="020B0603020202020204" pitchFamily="34" charset="0"/>
              </a:rPr>
              <a:t> process rather than a one-time build-and-deploy cycle.</a:t>
            </a:r>
            <a:endParaRPr lang="nl-BE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541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27DAB3B7-B140-DBAA-AF82-26A3F69046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7562AF-E94A-537B-70CC-F350D95F0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SDLC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2E471-CC23-E585-790D-6B37697F353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083300"/>
            <a:ext cx="360363" cy="66833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5922B45-97C7-0804-AC99-1A3A62E5C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613" y="3962400"/>
            <a:ext cx="1476773" cy="96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043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nl-BE" dirty="0"/>
              <a:t>Feasibility study</a:t>
            </a:r>
          </a:p>
          <a:p>
            <a:pPr marL="514350" indent="-514350">
              <a:buFont typeface="+mj-lt"/>
              <a:buAutoNum type="arabicPeriod"/>
            </a:pPr>
            <a:r>
              <a:rPr lang="nl-BE" dirty="0"/>
              <a:t>Establishing requirements</a:t>
            </a:r>
          </a:p>
          <a:p>
            <a:pPr marL="514350" indent="-514350">
              <a:buFont typeface="+mj-lt"/>
              <a:buAutoNum type="arabicPeriod"/>
            </a:pPr>
            <a:r>
              <a:rPr lang="nl-BE" dirty="0"/>
              <a:t>Design of user interface</a:t>
            </a:r>
          </a:p>
          <a:p>
            <a:pPr marL="514350" indent="-514350">
              <a:buFont typeface="+mj-lt"/>
              <a:buAutoNum type="arabicPeriod"/>
            </a:pPr>
            <a:r>
              <a:rPr lang="nl-BE" dirty="0"/>
              <a:t>Design</a:t>
            </a:r>
          </a:p>
          <a:p>
            <a:pPr marL="914400" lvl="1" indent="-514350"/>
            <a:r>
              <a:rPr lang="nl-BE" dirty="0" err="1"/>
              <a:t>Architectural</a:t>
            </a:r>
            <a:r>
              <a:rPr lang="nl-BE" dirty="0"/>
              <a:t> Design </a:t>
            </a:r>
          </a:p>
          <a:p>
            <a:pPr marL="914400" lvl="1" indent="-514350"/>
            <a:r>
              <a:rPr lang="nl-BE" dirty="0" err="1"/>
              <a:t>Detailed</a:t>
            </a:r>
            <a:r>
              <a:rPr lang="nl-BE" dirty="0"/>
              <a:t> design</a:t>
            </a:r>
          </a:p>
          <a:p>
            <a:pPr marL="514350" indent="-514350">
              <a:buFont typeface="+mj-lt"/>
              <a:buAutoNum type="arabicPeriod"/>
            </a:pPr>
            <a:r>
              <a:rPr lang="nl-BE" dirty="0"/>
              <a:t>Software development (</a:t>
            </a:r>
            <a:r>
              <a:rPr lang="nl-BE" dirty="0" err="1"/>
              <a:t>programming</a:t>
            </a:r>
            <a:r>
              <a:rPr lang="nl-BE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nl-BE" dirty="0"/>
              <a:t>System Integration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Different steps (I)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2A3DE7-26D5-4156-6695-65689474C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1278000"/>
            <a:ext cx="1476773" cy="9606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7"/>
            </a:pPr>
            <a:r>
              <a:rPr lang="en-GB" noProof="0" dirty="0"/>
              <a:t>Verification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GB" noProof="0" dirty="0"/>
              <a:t>Unit testing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GB" noProof="0" dirty="0"/>
              <a:t>System testing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GB" noProof="0" dirty="0"/>
              <a:t>Validation/Acceptance testing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GB" noProof="0" dirty="0"/>
              <a:t>Production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GB" noProof="0" dirty="0"/>
              <a:t>Documentation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GB" noProof="0" dirty="0"/>
              <a:t>Maintenance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GB" noProof="0" dirty="0"/>
              <a:t>Project management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GB" noProof="0" dirty="0"/>
              <a:t>DB Design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Different steps (II)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FDD512-29D7-C7C5-08FE-E60F9DAA2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0" y="1308480"/>
            <a:ext cx="1476773" cy="9606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27DAB3B7-B140-DBAA-AF82-26A3F69046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7562AF-E94A-537B-70CC-F350D95F0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SDLC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2E471-CC23-E585-790D-6B37697F353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083300"/>
            <a:ext cx="360363" cy="66833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5922B45-97C7-0804-AC99-1A3A62E5C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613" y="3962400"/>
            <a:ext cx="1476773" cy="96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321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noProof="0" dirty="0"/>
              <a:t>Review whether the project is feasible</a:t>
            </a:r>
          </a:p>
          <a:p>
            <a:r>
              <a:rPr lang="en-GB" noProof="0" dirty="0"/>
              <a:t>Why not?</a:t>
            </a:r>
          </a:p>
          <a:p>
            <a:pPr lvl="1"/>
            <a:r>
              <a:rPr lang="en-GB" noProof="0" dirty="0"/>
              <a:t>Unnecessary</a:t>
            </a:r>
          </a:p>
          <a:p>
            <a:pPr lvl="1"/>
            <a:r>
              <a:rPr lang="en-GB" noProof="0" dirty="0"/>
              <a:t>Too expensive</a:t>
            </a:r>
          </a:p>
          <a:p>
            <a:pPr lvl="1"/>
            <a:r>
              <a:rPr lang="en-GB" noProof="0" dirty="0"/>
              <a:t>Too risky</a:t>
            </a:r>
          </a:p>
          <a:p>
            <a:r>
              <a:rPr lang="en-GB" noProof="0" dirty="0"/>
              <a:t>Can be determined via</a:t>
            </a:r>
          </a:p>
          <a:p>
            <a:pPr lvl="1"/>
            <a:r>
              <a:rPr lang="en-GB" noProof="0" dirty="0"/>
              <a:t>Technological feasibility</a:t>
            </a:r>
          </a:p>
          <a:p>
            <a:pPr lvl="1"/>
            <a:r>
              <a:rPr lang="en-GB" noProof="0" dirty="0"/>
              <a:t>Cost-benefit analysis</a:t>
            </a:r>
          </a:p>
          <a:p>
            <a:pPr lvl="2"/>
            <a:r>
              <a:rPr lang="en-GB" dirty="0"/>
              <a:t>Cost &gt; Benefit =&gt; DO NOT CONTINUE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1. </a:t>
            </a:r>
            <a:r>
              <a:rPr lang="nl-BE" dirty="0" err="1"/>
              <a:t>Feasibility</a:t>
            </a:r>
            <a:r>
              <a:rPr lang="nl-BE" dirty="0"/>
              <a:t> study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91600"/>
          </a:xfrm>
        </p:spPr>
        <p:txBody>
          <a:bodyPr>
            <a:normAutofit fontScale="70000" lnSpcReduction="20000"/>
          </a:bodyPr>
          <a:lstStyle/>
          <a:p>
            <a:r>
              <a:rPr lang="nl-BE" dirty="0" err="1"/>
              <a:t>This</a:t>
            </a:r>
            <a:r>
              <a:rPr lang="nl-BE" dirty="0"/>
              <a:t> is </a:t>
            </a:r>
            <a:r>
              <a:rPr lang="nl-BE" dirty="0" err="1"/>
              <a:t>also</a:t>
            </a:r>
            <a:r>
              <a:rPr lang="nl-BE" dirty="0"/>
              <a:t> </a:t>
            </a:r>
            <a:r>
              <a:rPr lang="nl-BE" dirty="0" err="1"/>
              <a:t>called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‘Analysis’ </a:t>
            </a:r>
            <a:r>
              <a:rPr lang="nl-BE" dirty="0" err="1"/>
              <a:t>phase</a:t>
            </a:r>
            <a:endParaRPr lang="nl-BE" dirty="0"/>
          </a:p>
          <a:p>
            <a:r>
              <a:rPr lang="nl-BE" dirty="0" err="1"/>
              <a:t>What</a:t>
            </a:r>
            <a:r>
              <a:rPr lang="nl-BE" dirty="0"/>
              <a:t> does the customer want?</a:t>
            </a:r>
          </a:p>
          <a:p>
            <a:pPr lvl="1"/>
            <a:r>
              <a:rPr lang="nl-BE" dirty="0"/>
              <a:t>Talk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customer!</a:t>
            </a:r>
          </a:p>
          <a:p>
            <a:pPr lvl="1"/>
            <a:r>
              <a:rPr lang="nl-BE" dirty="0" err="1"/>
              <a:t>Then</a:t>
            </a:r>
            <a:r>
              <a:rPr lang="nl-BE" dirty="0"/>
              <a:t>: Talk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customer!</a:t>
            </a:r>
          </a:p>
          <a:p>
            <a:pPr lvl="1"/>
            <a:r>
              <a:rPr lang="nl-BE" dirty="0" err="1"/>
              <a:t>And</a:t>
            </a:r>
            <a:r>
              <a:rPr lang="nl-BE" dirty="0"/>
              <a:t> </a:t>
            </a:r>
            <a:r>
              <a:rPr lang="nl-BE" dirty="0" err="1"/>
              <a:t>then</a:t>
            </a:r>
            <a:r>
              <a:rPr lang="nl-BE" dirty="0"/>
              <a:t>: Talk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customer!</a:t>
            </a:r>
          </a:p>
          <a:p>
            <a:pPr lvl="1"/>
            <a:r>
              <a:rPr lang="nl-BE" dirty="0" err="1"/>
              <a:t>Implement</a:t>
            </a:r>
            <a:r>
              <a:rPr lang="nl-BE" dirty="0"/>
              <a:t> </a:t>
            </a:r>
            <a:r>
              <a:rPr lang="nl-BE" dirty="0" err="1"/>
              <a:t>what</a:t>
            </a:r>
            <a:r>
              <a:rPr lang="nl-BE" dirty="0"/>
              <a:t> </a:t>
            </a:r>
            <a:r>
              <a:rPr lang="nl-BE" dirty="0" err="1"/>
              <a:t>she</a:t>
            </a:r>
            <a:r>
              <a:rPr lang="nl-BE" dirty="0"/>
              <a:t> </a:t>
            </a:r>
            <a:r>
              <a:rPr lang="nl-BE" dirty="0" err="1"/>
              <a:t>needs</a:t>
            </a:r>
            <a:r>
              <a:rPr lang="nl-BE" dirty="0"/>
              <a:t>, </a:t>
            </a:r>
            <a:r>
              <a:rPr lang="nl-BE" dirty="0" err="1"/>
              <a:t>not</a:t>
            </a:r>
            <a:r>
              <a:rPr lang="nl-BE" dirty="0"/>
              <a:t> </a:t>
            </a:r>
            <a:r>
              <a:rPr lang="nl-BE" dirty="0" err="1"/>
              <a:t>what</a:t>
            </a:r>
            <a:r>
              <a:rPr lang="nl-BE" dirty="0"/>
              <a:t> </a:t>
            </a:r>
            <a:r>
              <a:rPr lang="nl-BE" dirty="0" err="1"/>
              <a:t>you</a:t>
            </a:r>
            <a:r>
              <a:rPr lang="nl-BE" dirty="0"/>
              <a:t> </a:t>
            </a:r>
            <a:r>
              <a:rPr lang="nl-BE" dirty="0" err="1"/>
              <a:t>assume</a:t>
            </a:r>
            <a:r>
              <a:rPr lang="nl-BE" dirty="0"/>
              <a:t> </a:t>
            </a:r>
            <a:r>
              <a:rPr lang="nl-BE" dirty="0" err="1"/>
              <a:t>she</a:t>
            </a:r>
            <a:r>
              <a:rPr lang="nl-BE" dirty="0"/>
              <a:t> </a:t>
            </a:r>
            <a:r>
              <a:rPr lang="nl-BE" dirty="0" err="1"/>
              <a:t>needs</a:t>
            </a:r>
            <a:r>
              <a:rPr lang="nl-BE" dirty="0"/>
              <a:t>!</a:t>
            </a:r>
          </a:p>
          <a:p>
            <a:pPr lvl="1"/>
            <a:r>
              <a:rPr lang="nl-BE" dirty="0"/>
              <a:t>Customer </a:t>
            </a:r>
            <a:r>
              <a:rPr lang="nl-BE" dirty="0" err="1"/>
              <a:t>knows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business: </a:t>
            </a:r>
            <a:r>
              <a:rPr lang="nl-BE" dirty="0" err="1"/>
              <a:t>You</a:t>
            </a:r>
            <a:r>
              <a:rPr lang="nl-BE" dirty="0"/>
              <a:t> are (</a:t>
            </a:r>
            <a:r>
              <a:rPr lang="nl-BE" dirty="0" err="1"/>
              <a:t>probably</a:t>
            </a:r>
            <a:r>
              <a:rPr lang="nl-BE" dirty="0"/>
              <a:t>) </a:t>
            </a:r>
            <a:r>
              <a:rPr lang="nl-BE" dirty="0" err="1"/>
              <a:t>not</a:t>
            </a:r>
            <a:r>
              <a:rPr lang="nl-BE" dirty="0"/>
              <a:t> a SME.</a:t>
            </a:r>
          </a:p>
          <a:p>
            <a:pPr lvl="1"/>
            <a:r>
              <a:rPr lang="nl-BE" dirty="0"/>
              <a:t>‘</a:t>
            </a:r>
            <a:r>
              <a:rPr lang="nl-BE" dirty="0" err="1"/>
              <a:t>What</a:t>
            </a:r>
            <a:r>
              <a:rPr lang="nl-BE" dirty="0"/>
              <a:t>’ is </a:t>
            </a:r>
            <a:r>
              <a:rPr lang="nl-BE" dirty="0" err="1"/>
              <a:t>described</a:t>
            </a:r>
            <a:r>
              <a:rPr lang="nl-BE" dirty="0"/>
              <a:t>. NOT ‘HOW’ a </a:t>
            </a:r>
            <a:r>
              <a:rPr lang="nl-BE" dirty="0" err="1"/>
              <a:t>requirement</a:t>
            </a:r>
            <a:r>
              <a:rPr lang="nl-BE" dirty="0"/>
              <a:t> </a:t>
            </a:r>
            <a:r>
              <a:rPr lang="nl-BE" dirty="0" err="1"/>
              <a:t>should</a:t>
            </a:r>
            <a:r>
              <a:rPr lang="nl-BE" dirty="0"/>
              <a:t> </a:t>
            </a:r>
            <a:r>
              <a:rPr lang="nl-BE" dirty="0" err="1"/>
              <a:t>be</a:t>
            </a:r>
            <a:r>
              <a:rPr lang="nl-BE" dirty="0"/>
              <a:t> </a:t>
            </a:r>
            <a:r>
              <a:rPr lang="nl-BE" dirty="0" err="1"/>
              <a:t>implemented</a:t>
            </a:r>
            <a:endParaRPr lang="nl-BE" dirty="0"/>
          </a:p>
          <a:p>
            <a:pPr lvl="2"/>
            <a:r>
              <a:rPr lang="nl-BE" dirty="0"/>
              <a:t>E.g. "</a:t>
            </a:r>
            <a:r>
              <a:rPr lang="nl-BE" dirty="0" err="1"/>
              <a:t>What</a:t>
            </a:r>
            <a:r>
              <a:rPr lang="nl-BE" dirty="0"/>
              <a:t>" : </a:t>
            </a:r>
            <a:r>
              <a:rPr lang="nl-BE" dirty="0" err="1"/>
              <a:t>Provide</a:t>
            </a:r>
            <a:r>
              <a:rPr lang="nl-BE" dirty="0"/>
              <a:t> a </a:t>
            </a:r>
            <a:r>
              <a:rPr lang="nl-BE" dirty="0" err="1"/>
              <a:t>sorted</a:t>
            </a:r>
            <a:r>
              <a:rPr lang="nl-BE" dirty="0"/>
              <a:t> list</a:t>
            </a:r>
          </a:p>
          <a:p>
            <a:pPr lvl="2"/>
            <a:r>
              <a:rPr lang="nl-BE" dirty="0"/>
              <a:t>"How": </a:t>
            </a:r>
            <a:r>
              <a:rPr lang="nl-BE" dirty="0" err="1"/>
              <a:t>Use</a:t>
            </a:r>
            <a:r>
              <a:rPr lang="nl-BE" dirty="0"/>
              <a:t> </a:t>
            </a:r>
            <a:r>
              <a:rPr lang="nl-BE" dirty="0" err="1"/>
              <a:t>bubbleSort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provide</a:t>
            </a:r>
            <a:r>
              <a:rPr lang="nl-BE" dirty="0"/>
              <a:t> a </a:t>
            </a:r>
            <a:r>
              <a:rPr lang="nl-BE" dirty="0" err="1"/>
              <a:t>sorted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list.</a:t>
            </a:r>
          </a:p>
          <a:p>
            <a:pPr lvl="1"/>
            <a:r>
              <a:rPr lang="nl-BE" dirty="0" err="1"/>
              <a:t>Good</a:t>
            </a:r>
            <a:r>
              <a:rPr lang="nl-BE" dirty="0"/>
              <a:t> analysis, </a:t>
            </a:r>
            <a:r>
              <a:rPr lang="nl-BE" dirty="0" err="1"/>
              <a:t>by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analyst</a:t>
            </a:r>
            <a:r>
              <a:rPr lang="nl-BE" dirty="0"/>
              <a:t>, does take </a:t>
            </a:r>
            <a:r>
              <a:rPr lang="nl-BE" dirty="0" err="1"/>
              <a:t>into</a:t>
            </a:r>
            <a:r>
              <a:rPr lang="nl-BE" dirty="0"/>
              <a:t> account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implementation</a:t>
            </a:r>
            <a:r>
              <a:rPr lang="nl-BE" dirty="0"/>
              <a:t> </a:t>
            </a:r>
            <a:r>
              <a:rPr lang="nl-BE" dirty="0" err="1"/>
              <a:t>possibilities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check </a:t>
            </a:r>
            <a:r>
              <a:rPr lang="nl-BE" dirty="0" err="1"/>
              <a:t>technical</a:t>
            </a:r>
            <a:r>
              <a:rPr lang="nl-BE" dirty="0"/>
              <a:t> </a:t>
            </a:r>
            <a:r>
              <a:rPr lang="nl-BE" dirty="0" err="1"/>
              <a:t>capabilities</a:t>
            </a:r>
            <a:r>
              <a:rPr lang="nl-BE" dirty="0"/>
              <a:t>.</a:t>
            </a:r>
          </a:p>
          <a:p>
            <a:endParaRPr lang="nl-BE" dirty="0"/>
          </a:p>
          <a:p>
            <a:r>
              <a:rPr lang="nl-BE" dirty="0" err="1"/>
              <a:t>Results</a:t>
            </a:r>
            <a:r>
              <a:rPr lang="nl-BE" dirty="0"/>
              <a:t>: </a:t>
            </a:r>
            <a:r>
              <a:rPr lang="nl-BE" dirty="0" err="1"/>
              <a:t>requirements</a:t>
            </a:r>
            <a:r>
              <a:rPr lang="nl-BE" dirty="0"/>
              <a:t> </a:t>
            </a:r>
            <a:r>
              <a:rPr lang="nl-BE" dirty="0" err="1"/>
              <a:t>specification</a:t>
            </a:r>
            <a:endParaRPr lang="nl-BE" dirty="0"/>
          </a:p>
          <a:p>
            <a:endParaRPr lang="nl-B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2. </a:t>
            </a:r>
            <a:r>
              <a:rPr lang="nl-BE" dirty="0" err="1"/>
              <a:t>Establishing</a:t>
            </a:r>
            <a:r>
              <a:rPr lang="nl-BE" dirty="0"/>
              <a:t> Requirements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9D6EF-601D-5786-870A-6C458B336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929D4-821F-6690-44B7-4A8CEE252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4791600"/>
          </a:xfrm>
        </p:spPr>
        <p:txBody>
          <a:bodyPr>
            <a:normAutofit fontScale="85000" lnSpcReduction="10000"/>
          </a:bodyPr>
          <a:lstStyle/>
          <a:p>
            <a:r>
              <a:rPr lang="nl-BE" dirty="0" err="1"/>
              <a:t>Several</a:t>
            </a:r>
            <a:r>
              <a:rPr lang="nl-BE" dirty="0"/>
              <a:t> steps before </a:t>
            </a:r>
            <a:r>
              <a:rPr lang="nl-BE" dirty="0" err="1"/>
              <a:t>requirements</a:t>
            </a:r>
            <a:r>
              <a:rPr lang="nl-BE" dirty="0"/>
              <a:t> are really fixed</a:t>
            </a:r>
          </a:p>
          <a:p>
            <a:pPr lvl="1"/>
            <a:r>
              <a:rPr lang="nl-BE" dirty="0" err="1"/>
              <a:t>Establishing</a:t>
            </a:r>
            <a:r>
              <a:rPr lang="nl-BE" dirty="0"/>
              <a:t> </a:t>
            </a:r>
            <a:r>
              <a:rPr lang="nl-BE" dirty="0" err="1"/>
              <a:t>requirements</a:t>
            </a:r>
            <a:r>
              <a:rPr lang="nl-BE" dirty="0"/>
              <a:t>: </a:t>
            </a:r>
            <a:r>
              <a:rPr lang="nl-BE" dirty="0" err="1"/>
              <a:t>what</a:t>
            </a:r>
            <a:r>
              <a:rPr lang="nl-BE" dirty="0"/>
              <a:t>, </a:t>
            </a:r>
            <a:r>
              <a:rPr lang="nl-BE" dirty="0" err="1"/>
              <a:t>which</a:t>
            </a:r>
            <a:r>
              <a:rPr lang="nl-BE" dirty="0"/>
              <a:t> data in, performance, </a:t>
            </a:r>
            <a:r>
              <a:rPr lang="nl-BE" dirty="0" err="1"/>
              <a:t>constraints</a:t>
            </a:r>
            <a:r>
              <a:rPr lang="nl-BE" dirty="0"/>
              <a:t>, </a:t>
            </a:r>
            <a:r>
              <a:rPr lang="nl-BE" dirty="0" err="1"/>
              <a:t>what</a:t>
            </a:r>
            <a:r>
              <a:rPr lang="nl-BE" dirty="0"/>
              <a:t> data out</a:t>
            </a:r>
          </a:p>
          <a:p>
            <a:pPr lvl="1"/>
            <a:r>
              <a:rPr lang="nl-BE" dirty="0" err="1"/>
              <a:t>Listing</a:t>
            </a:r>
            <a:r>
              <a:rPr lang="nl-BE" dirty="0"/>
              <a:t> </a:t>
            </a:r>
            <a:r>
              <a:rPr lang="nl-BE" dirty="0" err="1"/>
              <a:t>requirements</a:t>
            </a:r>
            <a:r>
              <a:rPr lang="nl-BE" dirty="0"/>
              <a:t>:</a:t>
            </a:r>
          </a:p>
          <a:p>
            <a:pPr lvl="2"/>
            <a:r>
              <a:rPr lang="nl-BE" dirty="0"/>
              <a:t>Complete, </a:t>
            </a:r>
            <a:r>
              <a:rPr lang="nl-BE" dirty="0" err="1"/>
              <a:t>clear</a:t>
            </a:r>
            <a:endParaRPr lang="nl-BE" dirty="0"/>
          </a:p>
          <a:p>
            <a:pPr lvl="2"/>
            <a:r>
              <a:rPr lang="nl-BE" dirty="0"/>
              <a:t>Consistent </a:t>
            </a:r>
            <a:r>
              <a:rPr lang="nl-BE" dirty="0" err="1"/>
              <a:t>with</a:t>
            </a:r>
            <a:r>
              <a:rPr lang="nl-BE" dirty="0"/>
              <a:t> </a:t>
            </a:r>
            <a:r>
              <a:rPr lang="nl-BE" dirty="0" err="1"/>
              <a:t>other</a:t>
            </a:r>
            <a:r>
              <a:rPr lang="nl-BE" dirty="0"/>
              <a:t> </a:t>
            </a:r>
            <a:r>
              <a:rPr lang="nl-BE" dirty="0" err="1"/>
              <a:t>requirements</a:t>
            </a:r>
            <a:endParaRPr lang="nl-BE" dirty="0"/>
          </a:p>
          <a:p>
            <a:pPr lvl="2"/>
            <a:r>
              <a:rPr lang="nl-BE" dirty="0" err="1"/>
              <a:t>Technically</a:t>
            </a:r>
            <a:r>
              <a:rPr lang="nl-BE" dirty="0"/>
              <a:t> </a:t>
            </a:r>
            <a:r>
              <a:rPr lang="nl-BE" dirty="0" err="1"/>
              <a:t>achievable</a:t>
            </a:r>
            <a:r>
              <a:rPr lang="nl-BE" dirty="0"/>
              <a:t> </a:t>
            </a:r>
            <a:r>
              <a:rPr lang="nl-BE" dirty="0" err="1"/>
              <a:t>and</a:t>
            </a:r>
            <a:r>
              <a:rPr lang="nl-BE" dirty="0"/>
              <a:t> </a:t>
            </a:r>
            <a:r>
              <a:rPr lang="nl-BE" dirty="0" err="1"/>
              <a:t>testable</a:t>
            </a:r>
            <a:endParaRPr lang="nl-BE" dirty="0"/>
          </a:p>
          <a:p>
            <a:pPr lvl="2"/>
            <a:r>
              <a:rPr lang="nl-BE" dirty="0" err="1"/>
              <a:t>Quantifiable</a:t>
            </a:r>
            <a:r>
              <a:rPr lang="nl-BE" dirty="0"/>
              <a:t>: How </a:t>
            </a:r>
            <a:r>
              <a:rPr lang="nl-BE" dirty="0" err="1"/>
              <a:t>fast</a:t>
            </a:r>
            <a:r>
              <a:rPr lang="nl-BE" dirty="0"/>
              <a:t>, </a:t>
            </a:r>
            <a:r>
              <a:rPr lang="nl-BE" dirty="0" err="1"/>
              <a:t>precise</a:t>
            </a:r>
            <a:r>
              <a:rPr lang="nl-BE" dirty="0"/>
              <a:t>, …</a:t>
            </a:r>
          </a:p>
          <a:p>
            <a:pPr lvl="1"/>
            <a:r>
              <a:rPr lang="nl-BE" dirty="0"/>
              <a:t>Rank </a:t>
            </a:r>
            <a:r>
              <a:rPr lang="nl-BE" dirty="0" err="1"/>
              <a:t>by</a:t>
            </a:r>
            <a:r>
              <a:rPr lang="nl-BE" dirty="0"/>
              <a:t> </a:t>
            </a:r>
            <a:r>
              <a:rPr lang="nl-BE" dirty="0" err="1"/>
              <a:t>importance</a:t>
            </a:r>
            <a:r>
              <a:rPr lang="nl-BE" dirty="0"/>
              <a:t> (</a:t>
            </a:r>
            <a:r>
              <a:rPr lang="nl-BE" dirty="0" err="1"/>
              <a:t>what’s</a:t>
            </a:r>
            <a:r>
              <a:rPr lang="nl-BE" dirty="0"/>
              <a:t> </a:t>
            </a:r>
            <a:r>
              <a:rPr lang="nl-BE" dirty="0" err="1"/>
              <a:t>necessary</a:t>
            </a:r>
            <a:r>
              <a:rPr lang="nl-BE" dirty="0"/>
              <a:t>, </a:t>
            </a:r>
            <a:r>
              <a:rPr lang="nl-BE" dirty="0" err="1"/>
              <a:t>what’s</a:t>
            </a:r>
            <a:r>
              <a:rPr lang="nl-BE" dirty="0"/>
              <a:t> </a:t>
            </a:r>
            <a:r>
              <a:rPr lang="nl-BE" dirty="0" err="1"/>
              <a:t>nice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have)</a:t>
            </a:r>
          </a:p>
          <a:p>
            <a:pPr lvl="1"/>
            <a:r>
              <a:rPr lang="nl-BE" dirty="0" err="1"/>
              <a:t>Modeling</a:t>
            </a:r>
            <a:r>
              <a:rPr lang="nl-BE" dirty="0"/>
              <a:t> the system</a:t>
            </a:r>
          </a:p>
          <a:p>
            <a:pPr lvl="1"/>
            <a:r>
              <a:rPr lang="nl-BE" dirty="0"/>
              <a:t>Comparing model and requirements</a:t>
            </a:r>
          </a:p>
          <a:p>
            <a:pPr lvl="1"/>
            <a:r>
              <a:rPr lang="nl-BE" dirty="0"/>
              <a:t>Following up on requirements</a:t>
            </a:r>
          </a:p>
          <a:p>
            <a:pPr marL="0" indent="0">
              <a:buNone/>
            </a:pPr>
            <a:endParaRPr lang="nl-B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1823E5-3B50-B80F-ACFA-AF7D50592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2. </a:t>
            </a:r>
            <a:r>
              <a:rPr lang="nl-BE" dirty="0" err="1"/>
              <a:t>Establishing</a:t>
            </a:r>
            <a:r>
              <a:rPr lang="nl-BE" dirty="0"/>
              <a:t> Requirements</a:t>
            </a:r>
            <a:endParaRPr lang="en-US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BC1FF83-AFB2-73D1-EF52-23A5F973D1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905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99A9EB-C6FB-B5AB-0517-B90964673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WHY: PREVENT SCOPE CREEP</a:t>
            </a:r>
          </a:p>
          <a:p>
            <a:r>
              <a:rPr lang="nl-BE" dirty="0" err="1"/>
              <a:t>Stable</a:t>
            </a:r>
            <a:r>
              <a:rPr lang="nl-BE" dirty="0"/>
              <a:t> </a:t>
            </a:r>
            <a:r>
              <a:rPr lang="nl-BE" dirty="0" err="1"/>
              <a:t>requirements</a:t>
            </a:r>
            <a:r>
              <a:rPr lang="nl-BE" dirty="0"/>
              <a:t> 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nl-BE" dirty="0"/>
              <a:t> </a:t>
            </a:r>
            <a:r>
              <a:rPr lang="nl-BE" dirty="0" err="1"/>
              <a:t>Good</a:t>
            </a:r>
            <a:r>
              <a:rPr lang="nl-BE" dirty="0"/>
              <a:t> plan 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nl-BE" dirty="0"/>
              <a:t>(or </a:t>
            </a:r>
            <a:r>
              <a:rPr lang="nl-BE" dirty="0" err="1"/>
              <a:t>better</a:t>
            </a:r>
            <a:r>
              <a:rPr lang="nl-BE" dirty="0"/>
              <a:t> plan)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nl-BE" dirty="0"/>
              <a:t>Achilles heel of Agile 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nl-BE" dirty="0"/>
              <a:t>(</a:t>
            </a:r>
            <a:r>
              <a:rPr lang="nl-BE" dirty="0" err="1"/>
              <a:t>and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biggest</a:t>
            </a:r>
            <a:r>
              <a:rPr lang="nl-BE" dirty="0"/>
              <a:t> benefit of Agile)</a:t>
            </a:r>
          </a:p>
          <a:p>
            <a:pPr marL="355600" lvl="1" indent="0">
              <a:buNone/>
            </a:pPr>
            <a:endParaRPr lang="nl-BE" dirty="0"/>
          </a:p>
          <a:p>
            <a:pPr marL="355600" lvl="1" indent="0">
              <a:buNone/>
            </a:pPr>
            <a:endParaRPr lang="nl-B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542AC0-52DD-3068-EDC6-2B4FC8E0D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Establishing</a:t>
            </a:r>
            <a:r>
              <a:rPr lang="nl-BE" dirty="0"/>
              <a:t> </a:t>
            </a:r>
            <a:r>
              <a:rPr lang="nl-BE" dirty="0" err="1"/>
              <a:t>Requirements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7BDF8-2117-0724-4F6F-38FAA7018C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441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What will the application look like?</a:t>
            </a:r>
          </a:p>
          <a:p>
            <a:r>
              <a:rPr lang="nl-BE" dirty="0"/>
              <a:t>Two steps</a:t>
            </a:r>
          </a:p>
          <a:p>
            <a:pPr lvl="1"/>
            <a:r>
              <a:rPr lang="nl-BE" dirty="0"/>
              <a:t>Storyboard</a:t>
            </a:r>
            <a:r>
              <a:rPr lang="en-US" dirty="0"/>
              <a:t>: user experience</a:t>
            </a:r>
          </a:p>
          <a:p>
            <a:pPr lvl="1"/>
            <a:r>
              <a:rPr lang="nl-BE" dirty="0"/>
              <a:t>Wireframes: user interface</a:t>
            </a:r>
          </a:p>
        </p:txBody>
      </p:sp>
      <p:pic>
        <p:nvPicPr>
          <p:cNvPr id="4" name="Picture 3" descr="Full-storyboar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2045" y="1447800"/>
            <a:ext cx="8279911" cy="4038600"/>
          </a:xfrm>
          <a:prstGeom prst="rect">
            <a:avLst/>
          </a:prstGeom>
        </p:spPr>
      </p:pic>
      <p:pic>
        <p:nvPicPr>
          <p:cNvPr id="5" name="Picture 4" descr="xploredive_wireframe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47800" y="1219200"/>
            <a:ext cx="6248400" cy="46863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3. Design of User Interface</a:t>
            </a:r>
            <a:endParaRPr lang="en-US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152000"/>
            <a:ext cx="5562600" cy="4428000"/>
          </a:xfrm>
        </p:spPr>
        <p:txBody>
          <a:bodyPr/>
          <a:lstStyle/>
          <a:p>
            <a:r>
              <a:rPr lang="nl-BE" dirty="0"/>
              <a:t>Systems without a user interface</a:t>
            </a:r>
          </a:p>
          <a:p>
            <a:r>
              <a:rPr lang="nl-BE" dirty="0"/>
              <a:t>No need for storyboard or wireframes</a:t>
            </a:r>
          </a:p>
          <a:p>
            <a:r>
              <a:rPr lang="nl-BE" dirty="0"/>
              <a:t>Make use of flow charts to establish program structure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Automated </a:t>
            </a:r>
            <a:r>
              <a:rPr lang="nl-BE" dirty="0"/>
              <a:t>systems</a:t>
            </a:r>
            <a:endParaRPr lang="en-US" dirty="0"/>
          </a:p>
        </p:txBody>
      </p:sp>
      <p:pic>
        <p:nvPicPr>
          <p:cNvPr id="4" name="Picture 3" descr="software_development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469214" y="1152000"/>
            <a:ext cx="3674786" cy="4744915"/>
          </a:xfrm>
          <a:prstGeom prst="rect">
            <a:avLst/>
          </a:prstGeom>
        </p:spPr>
      </p:pic>
      <p:sp>
        <p:nvSpPr>
          <p:cNvPr id="6" name="Tijdelijke aanduiding voor dianumm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dirty="0"/>
              <a:t>Breaking down an application into smaller parts or modules</a:t>
            </a:r>
          </a:p>
          <a:p>
            <a:r>
              <a:rPr lang="nl-BE" dirty="0"/>
              <a:t>List these modules and the relationships between them</a:t>
            </a:r>
          </a:p>
          <a:p>
            <a:endParaRPr lang="nl-BE" dirty="0"/>
          </a:p>
          <a:p>
            <a:pPr>
              <a:buNone/>
            </a:pPr>
            <a:endParaRPr lang="nl-BE" dirty="0"/>
          </a:p>
          <a:p>
            <a:r>
              <a:rPr lang="nl-BE" dirty="0"/>
              <a:t>Result: Architectural design and module specification.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4. </a:t>
            </a:r>
            <a:r>
              <a:rPr lang="nl-BE" dirty="0" err="1"/>
              <a:t>Architectural</a:t>
            </a:r>
            <a:r>
              <a:rPr lang="nl-BE" dirty="0"/>
              <a:t> Design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dirty="0"/>
              <a:t>Each module distilled from previous step is in turn worked out in detail</a:t>
            </a:r>
          </a:p>
          <a:p>
            <a:r>
              <a:rPr lang="nl-BE" dirty="0"/>
              <a:t>All relationships between modules are fully described</a:t>
            </a:r>
          </a:p>
          <a:p>
            <a:endParaRPr lang="nl-BE" dirty="0"/>
          </a:p>
          <a:p>
            <a:pPr>
              <a:buNone/>
            </a:pPr>
            <a:endParaRPr lang="nl-BE" dirty="0"/>
          </a:p>
          <a:p>
            <a:r>
              <a:rPr lang="nl-BE" dirty="0"/>
              <a:t>Result: detailed design of each module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4.</a:t>
            </a:r>
            <a:r>
              <a:rPr lang="nl-BE" cap="none" dirty="0"/>
              <a:t>b</a:t>
            </a:r>
            <a:r>
              <a:rPr lang="nl-BE" dirty="0"/>
              <a:t>. </a:t>
            </a:r>
            <a:r>
              <a:rPr lang="nl-BE" dirty="0" err="1"/>
              <a:t>Detailed</a:t>
            </a:r>
            <a:r>
              <a:rPr lang="nl-BE" dirty="0"/>
              <a:t> Design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The actual programming step</a:t>
            </a:r>
          </a:p>
          <a:p>
            <a:r>
              <a:rPr lang="nl-BE" dirty="0"/>
              <a:t>The detailed designs are converted into code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r>
              <a:rPr lang="nl-BE" dirty="0"/>
              <a:t>Result: a collection of programmed modules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5. Software Development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All modules are molded together into one working whole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r>
              <a:rPr lang="nl-BE" dirty="0"/>
              <a:t>Result: A fully working system set up to customer specifications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6. System Integration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noProof="0" dirty="0"/>
              <a:t>Testing the application</a:t>
            </a:r>
          </a:p>
          <a:p>
            <a:r>
              <a:rPr lang="en-GB" noProof="0" dirty="0"/>
              <a:t>Happens in several steps</a:t>
            </a:r>
          </a:p>
          <a:p>
            <a:pPr lvl="1"/>
            <a:r>
              <a:rPr lang="en-GB" noProof="0" dirty="0"/>
              <a:t>Unit Tests: Testing of all modules separate</a:t>
            </a:r>
          </a:p>
          <a:p>
            <a:pPr lvl="1"/>
            <a:r>
              <a:rPr lang="en-GB" noProof="0" dirty="0"/>
              <a:t>Integration test: Testing the flow between linked modules</a:t>
            </a:r>
          </a:p>
          <a:p>
            <a:pPr lvl="1"/>
            <a:r>
              <a:rPr lang="en-GB" noProof="0" dirty="0"/>
              <a:t>System Test: Testing the entire application</a:t>
            </a:r>
          </a:p>
          <a:p>
            <a:pPr lvl="1"/>
            <a:endParaRPr lang="en-GB" noProof="0" dirty="0"/>
          </a:p>
          <a:p>
            <a:pPr lvl="1"/>
            <a:endParaRPr lang="en-GB" noProof="0" dirty="0"/>
          </a:p>
          <a:p>
            <a:r>
              <a:rPr lang="en-GB" noProof="0" dirty="0"/>
              <a:t>Result: Reports with test results of all types of tests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7. Verification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noProof="0" dirty="0"/>
              <a:t>Provide the application to end user(s)</a:t>
            </a:r>
          </a:p>
          <a:p>
            <a:r>
              <a:rPr lang="en-GB" noProof="0" dirty="0"/>
              <a:t>Does the application meet the specifications drawn up in advance?</a:t>
            </a:r>
          </a:p>
          <a:p>
            <a:r>
              <a:rPr lang="en-GB" noProof="0" dirty="0"/>
              <a:t>Does the application meet user expectations?</a:t>
            </a:r>
          </a:p>
          <a:p>
            <a:pPr lvl="1"/>
            <a:r>
              <a:rPr lang="en-GB" noProof="0" dirty="0"/>
              <a:t>What the user requests and expects is not always the same</a:t>
            </a:r>
          </a:p>
          <a:p>
            <a:pPr lvl="1"/>
            <a:r>
              <a:rPr lang="en-GB" noProof="0" dirty="0"/>
              <a:t>Some functionality can always be improved</a:t>
            </a:r>
          </a:p>
          <a:p>
            <a:r>
              <a:rPr lang="en-GB" noProof="0" dirty="0"/>
              <a:t>Acceptance test: let the customer test the entire system</a:t>
            </a:r>
          </a:p>
          <a:p>
            <a:endParaRPr lang="en-GB" noProof="0" dirty="0"/>
          </a:p>
          <a:p>
            <a:endParaRPr lang="en-GB" noProof="0" dirty="0"/>
          </a:p>
          <a:p>
            <a:r>
              <a:rPr lang="en-GB" noProof="0" dirty="0"/>
              <a:t>Result: The product is approved or a list of errors and improvements is compiled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8. Validation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After the system has been fully tested and made as bug-free as possible, it is integrated into the production environment</a:t>
            </a:r>
          </a:p>
          <a:p>
            <a:r>
              <a:rPr lang="nl-BE" dirty="0"/>
              <a:t>This often precedes training for users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9. Production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dirty="0"/>
              <a:t>An important aspect for all stakeholders of an application</a:t>
            </a:r>
          </a:p>
          <a:p>
            <a:r>
              <a:rPr lang="nl-BE" dirty="0"/>
              <a:t>Users need information about how the application works</a:t>
            </a:r>
          </a:p>
          <a:p>
            <a:pPr lvl="1"/>
            <a:r>
              <a:rPr lang="nl-BE" dirty="0"/>
              <a:t>Installation</a:t>
            </a:r>
          </a:p>
          <a:p>
            <a:pPr lvl="1"/>
            <a:r>
              <a:rPr lang="nl-BE" dirty="0"/>
              <a:t>De-installation</a:t>
            </a:r>
          </a:p>
          <a:p>
            <a:pPr lvl="1"/>
            <a:r>
              <a:rPr lang="nl-BE" dirty="0"/>
              <a:t>User Guide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10. Documentation (I)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dirty="0"/>
              <a:t>Developers need to build the application</a:t>
            </a:r>
          </a:p>
          <a:p>
            <a:pPr lvl="1"/>
            <a:r>
              <a:rPr lang="nl-BE" dirty="0"/>
              <a:t>Specifications</a:t>
            </a:r>
          </a:p>
          <a:p>
            <a:pPr lvl="1"/>
            <a:r>
              <a:rPr lang="nl-BE" dirty="0"/>
              <a:t>What modules exist</a:t>
            </a:r>
          </a:p>
          <a:p>
            <a:pPr lvl="1"/>
            <a:r>
              <a:rPr lang="nl-BE" dirty="0"/>
              <a:t>How are these linked to each other</a:t>
            </a:r>
          </a:p>
          <a:p>
            <a:pPr lvl="1"/>
            <a:r>
              <a:rPr lang="nl-BE" dirty="0"/>
              <a:t>Documented code</a:t>
            </a:r>
          </a:p>
          <a:p>
            <a:pPr lvl="1"/>
            <a:r>
              <a:rPr lang="nl-BE" dirty="0"/>
              <a:t>What tests exist and what are the results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10. Documentation (II)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Updates</a:t>
            </a:r>
          </a:p>
          <a:p>
            <a:pPr lvl="1"/>
            <a:r>
              <a:rPr lang="nl-BE" dirty="0"/>
              <a:t>Bug fixes</a:t>
            </a:r>
          </a:p>
          <a:p>
            <a:pPr lvl="1"/>
            <a:r>
              <a:rPr lang="nl-BE" dirty="0"/>
              <a:t>Solving stability problems</a:t>
            </a:r>
          </a:p>
          <a:p>
            <a:pPr lvl="1"/>
            <a:r>
              <a:rPr lang="nl-BE" dirty="0"/>
              <a:t>Performance improvements</a:t>
            </a:r>
          </a:p>
          <a:p>
            <a:r>
              <a:rPr lang="nl-BE" dirty="0"/>
              <a:t>Upgrades</a:t>
            </a:r>
          </a:p>
          <a:p>
            <a:pPr lvl="1"/>
            <a:r>
              <a:rPr lang="nl-BE" dirty="0"/>
              <a:t>Enhanced functionality</a:t>
            </a:r>
          </a:p>
          <a:p>
            <a:pPr lvl="1"/>
            <a:r>
              <a:rPr lang="nl-BE" dirty="0"/>
              <a:t>New functionality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11. Maintenance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One of the most important parts</a:t>
            </a:r>
          </a:p>
          <a:p>
            <a:r>
              <a:rPr lang="en-GB" noProof="0" dirty="0"/>
              <a:t>Preparation and adjustment of schedule</a:t>
            </a:r>
          </a:p>
          <a:p>
            <a:r>
              <a:rPr lang="en-GB" noProof="0" dirty="0"/>
              <a:t>Troubleshooting</a:t>
            </a:r>
          </a:p>
          <a:p>
            <a:r>
              <a:rPr lang="en-GB" noProof="0" dirty="0"/>
              <a:t>Allocating people</a:t>
            </a:r>
          </a:p>
          <a:p>
            <a:r>
              <a:rPr lang="en-GB" noProof="0" dirty="0"/>
              <a:t>Follow up on project progress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12. Project Management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27DAB3B7-B140-DBAA-AF82-26A3F69046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Some FINAL Remarks</a:t>
            </a:r>
            <a:endParaRPr lang="nl-B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7562AF-E94A-537B-70CC-F350D95F0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SDLC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2E471-CC23-E585-790D-6B37697F353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083300"/>
            <a:ext cx="360363" cy="66833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5922B45-97C7-0804-AC99-1A3A62E5C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613" y="3962400"/>
            <a:ext cx="1476773" cy="96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8332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The different steps do not necessarily take place one after the other</a:t>
            </a:r>
          </a:p>
          <a:p>
            <a:r>
              <a:rPr lang="en-GB" noProof="0" dirty="0"/>
              <a:t>Often parallel tasks</a:t>
            </a:r>
          </a:p>
          <a:p>
            <a:pPr lvl="1"/>
            <a:r>
              <a:rPr lang="en-GB" noProof="0" dirty="0"/>
              <a:t>User interface and architectural design</a:t>
            </a:r>
          </a:p>
          <a:p>
            <a:pPr lvl="1"/>
            <a:r>
              <a:rPr lang="en-GB" noProof="0" dirty="0"/>
              <a:t>Implementation of modules and testing of other modules</a:t>
            </a:r>
          </a:p>
          <a:p>
            <a:r>
              <a:rPr lang="en-GB" noProof="0" dirty="0"/>
              <a:t>Some tasks recur regularly</a:t>
            </a:r>
          </a:p>
          <a:p>
            <a:pPr lvl="1"/>
            <a:r>
              <a:rPr lang="en-GB" noProof="0" dirty="0"/>
              <a:t>Verification and validation</a:t>
            </a:r>
          </a:p>
          <a:p>
            <a:pPr lvl="1"/>
            <a:r>
              <a:rPr lang="en-GB" noProof="0" dirty="0"/>
              <a:t>Project management throughout the entire project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No sequential plan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Software engineering consists of different types of step plans or process models</a:t>
            </a:r>
          </a:p>
          <a:p>
            <a:pPr lvl="1"/>
            <a:r>
              <a:rPr lang="en-GB" noProof="0" dirty="0"/>
              <a:t>Waterfall</a:t>
            </a:r>
          </a:p>
          <a:p>
            <a:pPr lvl="1"/>
            <a:r>
              <a:rPr lang="en-GB" noProof="0" dirty="0"/>
              <a:t>Prototyping</a:t>
            </a:r>
          </a:p>
          <a:p>
            <a:pPr lvl="1"/>
            <a:r>
              <a:rPr lang="en-GB" noProof="0" dirty="0"/>
              <a:t>Incremental</a:t>
            </a:r>
          </a:p>
          <a:p>
            <a:pPr lvl="1"/>
            <a:r>
              <a:rPr lang="en-GB" noProof="0" dirty="0"/>
              <a:t>Agile</a:t>
            </a:r>
          </a:p>
          <a:p>
            <a:pPr lvl="1"/>
            <a:r>
              <a:rPr lang="en-GB" noProof="0" dirty="0"/>
              <a:t>Spiral</a:t>
            </a:r>
          </a:p>
          <a:p>
            <a:pPr lvl="1"/>
            <a:r>
              <a:rPr lang="en-GB" noProof="0" dirty="0"/>
              <a:t>Open Source</a:t>
            </a:r>
          </a:p>
          <a:p>
            <a:pPr lvl="1"/>
            <a:r>
              <a:rPr lang="en-GB" noProof="0" dirty="0"/>
              <a:t>Ad Hoc</a:t>
            </a:r>
          </a:p>
          <a:p>
            <a:pPr lvl="1"/>
            <a:endParaRPr lang="en-GB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Process model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A programmer without a plan, who develops a well-functioning application with superior skills</a:t>
            </a:r>
          </a:p>
          <a:p>
            <a:pPr lvl="1"/>
            <a:r>
              <a:rPr lang="nl-BE" dirty="0"/>
              <a:t>Used primarily for personal projects</a:t>
            </a:r>
          </a:p>
          <a:p>
            <a:pPr lvl="1"/>
            <a:r>
              <a:rPr lang="nl-BE" dirty="0"/>
              <a:t>Open Source software suffers from this as well</a:t>
            </a:r>
          </a:p>
          <a:p>
            <a:r>
              <a:rPr lang="nl-BE" dirty="0"/>
              <a:t>The hacker does earn his spurs in the community with this, but will never develop enterprise software that way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Hacker = Anti software engineer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27DAB3B7-B140-DBAA-AF82-26A3F69046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Feasibility</a:t>
            </a:r>
            <a:endParaRPr lang="nl-B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7562AF-E94A-537B-70CC-F350D95F0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SDLC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2E471-CC23-E585-790D-6B37697F353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083300"/>
            <a:ext cx="360363" cy="66833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5922B45-97C7-0804-AC99-1A3A62E5C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613" y="3962400"/>
            <a:ext cx="1476773" cy="96064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C3B6251-C006-1F24-7F92-147B7CB03134}"/>
              </a:ext>
            </a:extLst>
          </p:cNvPr>
          <p:cNvSpPr/>
          <p:nvPr/>
        </p:nvSpPr>
        <p:spPr>
          <a:xfrm>
            <a:off x="3962400" y="3962400"/>
            <a:ext cx="304800" cy="228600"/>
          </a:xfrm>
          <a:prstGeom prst="rect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839367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2236F681-640C-A8FB-5E2D-22F7BCA79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 new software project, where the new software needs to replace older software, what elements should be included in a business plan to deliver the project </a:t>
            </a:r>
            <a:r>
              <a:rPr lang="en-US"/>
              <a:t>properly?</a:t>
            </a:r>
          </a:p>
          <a:p>
            <a:endParaRPr lang="nl-B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3AD96A-684E-86F6-0242-E196CF809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ChatGPT – help me with Feasibility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3EAFC-C8A9-679B-A8F0-4E92111C7C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2977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E200B-5573-EBFE-85B3-AEE337A9D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0D4FB5-701C-9A10-B23F-1AAB861F3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Old telephone system needs to be replaced with Teams service.</a:t>
            </a:r>
            <a:endParaRPr lang="nl-B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B60FCB-EF04-6BB2-C716-CDA75BCBE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PBX/POTS </a:t>
            </a:r>
            <a:r>
              <a:rPr lang="en-GB" cap="none" dirty="0"/>
              <a:t>to</a:t>
            </a:r>
            <a:r>
              <a:rPr lang="en-GB" dirty="0"/>
              <a:t> Teams (</a:t>
            </a:r>
            <a:r>
              <a:rPr lang="en-GB" dirty="0" err="1"/>
              <a:t>naIve</a:t>
            </a:r>
            <a:r>
              <a:rPr lang="en-GB" dirty="0"/>
              <a:t>)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44D52-1265-719F-F1B9-B598BD3235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74488844-E687-3C26-47C9-E2BB4F882D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6450" y="2590800"/>
          <a:ext cx="4459288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139582" imgH="1287890" progId="Excel.Sheet.12">
                  <p:embed/>
                </p:oleObj>
              </mc:Choice>
              <mc:Fallback>
                <p:oleObj name="Worksheet" r:id="rId3" imgW="3139582" imgH="1287890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74488844-E687-3C26-47C9-E2BB4F882D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76450" y="2590800"/>
                        <a:ext cx="4459288" cy="182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6803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49022E-1BCB-6948-3B5F-BAB9C1079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Example: POTS </a:t>
            </a:r>
            <a:r>
              <a:rPr lang="en-GB" cap="none" noProof="0" dirty="0"/>
              <a:t>to</a:t>
            </a:r>
            <a:r>
              <a:rPr lang="en-GB" noProof="0" dirty="0"/>
              <a:t> Teams (realistic)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603DA-BFB8-4162-536A-434F60951B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pPr/>
              <a:t>35</a:t>
            </a:fld>
            <a:endParaRPr lang="en-GB" noProof="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19C0B94-480A-338F-D437-28A551F039E5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7516487"/>
              </p:ext>
            </p:extLst>
          </p:nvPr>
        </p:nvGraphicFramePr>
        <p:xfrm>
          <a:off x="990600" y="1219200"/>
          <a:ext cx="2514600" cy="45283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644105" imgH="4762563" progId="Excel.Sheet.12">
                  <p:embed/>
                </p:oleObj>
              </mc:Choice>
              <mc:Fallback>
                <p:oleObj name="Worksheet" r:id="rId2" imgW="2644105" imgH="4762563" progId="Excel.Sheet.12">
                  <p:embed/>
                  <p:pic>
                    <p:nvPicPr>
                      <p:cNvPr id="6" name="Content Placeholder 5">
                        <a:extLst>
                          <a:ext uri="{FF2B5EF4-FFF2-40B4-BE49-F238E27FC236}">
                            <a16:creationId xmlns:a16="http://schemas.microsoft.com/office/drawing/2014/main" id="{019C0B94-480A-338F-D437-28A551F039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90600" y="1219200"/>
                        <a:ext cx="2514600" cy="45283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E1C5148-D3CD-D7D4-9B7F-B92F7B481AF4}"/>
              </a:ext>
            </a:extLst>
          </p:cNvPr>
          <p:cNvSpPr txBox="1"/>
          <p:nvPr/>
        </p:nvSpPr>
        <p:spPr>
          <a:xfrm>
            <a:off x="3886200" y="1447800"/>
            <a:ext cx="509421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More realistic, but look out:</a:t>
            </a:r>
          </a:p>
          <a:p>
            <a:pPr marL="285750" indent="-285750">
              <a:buFontTx/>
              <a:buChar char="-"/>
            </a:pPr>
            <a:r>
              <a:rPr lang="en-GB" sz="1200" noProof="0" dirty="0"/>
              <a:t>One Time Costs (OTC)/Charges</a:t>
            </a:r>
          </a:p>
          <a:p>
            <a:pPr marL="285750" indent="-285750">
              <a:buFontTx/>
              <a:buChar char="-"/>
            </a:pPr>
            <a:r>
              <a:rPr lang="en-GB" sz="1200" noProof="0" dirty="0"/>
              <a:t>Recurring every month/year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GB" sz="1200" noProof="0" dirty="0"/>
              <a:t>multi-year evaluation</a:t>
            </a:r>
          </a:p>
          <a:p>
            <a:pPr marL="742950" lvl="1" indent="-285750">
              <a:buFontTx/>
              <a:buChar char="-"/>
            </a:pPr>
            <a:r>
              <a:rPr lang="en-GB" sz="1200" noProof="0" dirty="0"/>
              <a:t>Buying Servers = OTC</a:t>
            </a:r>
          </a:p>
          <a:p>
            <a:pPr marL="742950" lvl="1" indent="-285750">
              <a:buFontTx/>
              <a:buChar char="-"/>
            </a:pPr>
            <a:r>
              <a:rPr lang="en-GB" sz="1200" noProof="0" dirty="0"/>
              <a:t>Maintenance cost = every month/year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GB" sz="1200" noProof="0" dirty="0"/>
              <a:t>Look out, long term </a:t>
            </a:r>
          </a:p>
          <a:p>
            <a:pPr marL="742950" lvl="1" indent="-285750">
              <a:buFontTx/>
              <a:buChar char="-"/>
            </a:pPr>
            <a:r>
              <a:rPr lang="en-GB" sz="1200" noProof="0" dirty="0"/>
              <a:t>some investment (=OTC) costs become recurring</a:t>
            </a:r>
          </a:p>
          <a:p>
            <a:pPr marL="1200150" lvl="2" indent="-285750">
              <a:buFontTx/>
              <a:buChar char="-"/>
            </a:pPr>
            <a:r>
              <a:rPr lang="en-GB" sz="1200" noProof="0" dirty="0"/>
              <a:t>Servers will have to be replaced after 3-5 years</a:t>
            </a:r>
          </a:p>
          <a:p>
            <a:pPr marL="1200150" lvl="2" indent="-285750">
              <a:buFontTx/>
              <a:buChar char="-"/>
            </a:pPr>
            <a:r>
              <a:rPr lang="en-GB" sz="1200" noProof="0" dirty="0"/>
              <a:t>Financial depreciation will impose re-investment</a:t>
            </a:r>
          </a:p>
        </p:txBody>
      </p:sp>
    </p:spTree>
    <p:extLst>
      <p:ext uri="{BB962C8B-B14F-4D97-AF65-F5344CB8AC3E}">
        <p14:creationId xmlns:p14="http://schemas.microsoft.com/office/powerpoint/2010/main" val="3267847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E2A9EA3F-9A50-C527-51EB-B82AA65236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F7CA35-7BAA-DCD0-275A-9F6D7E555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Feasibility study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C1A8E-97E8-EA64-6D94-BA07CAE6AAA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083300"/>
            <a:ext cx="360363" cy="66833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2089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Answer the question </a:t>
            </a:r>
          </a:p>
          <a:p>
            <a:endParaRPr lang="en-GB" noProof="0" dirty="0"/>
          </a:p>
          <a:p>
            <a:pPr marL="400050" lvl="1" indent="0">
              <a:buNone/>
            </a:pPr>
            <a:r>
              <a:rPr lang="en-GB" noProof="0" dirty="0"/>
              <a:t>Is it worth starting the project?</a:t>
            </a:r>
          </a:p>
          <a:p>
            <a:pPr lvl="2"/>
            <a:r>
              <a:rPr lang="en-GB" noProof="0" dirty="0"/>
              <a:t>From a technological point of view</a:t>
            </a:r>
          </a:p>
          <a:p>
            <a:pPr lvl="2"/>
            <a:r>
              <a:rPr lang="en-GB" noProof="0" dirty="0"/>
              <a:t>From an economic point of view</a:t>
            </a:r>
          </a:p>
          <a:p>
            <a:pPr lvl="2"/>
            <a:r>
              <a:rPr lang="en-GB" noProof="0" dirty="0"/>
              <a:t>Possible other point of view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Feasibility study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Can the customer's request be converted into a working application?</a:t>
            </a:r>
          </a:p>
          <a:p>
            <a:pPr lvl="1"/>
            <a:r>
              <a:rPr lang="en-GB" noProof="0" dirty="0"/>
              <a:t>Are the requirements realistic</a:t>
            </a:r>
          </a:p>
          <a:p>
            <a:pPr lvl="1"/>
            <a:r>
              <a:rPr lang="en-GB" noProof="0" dirty="0"/>
              <a:t>Is the knowledge available</a:t>
            </a:r>
          </a:p>
          <a:p>
            <a:pPr lvl="1"/>
            <a:r>
              <a:rPr lang="en-GB" noProof="0" dirty="0"/>
              <a:t>Is the time frame sufficiently large</a:t>
            </a:r>
          </a:p>
          <a:p>
            <a:r>
              <a:rPr lang="en-GB" noProof="0" dirty="0"/>
              <a:t>Is the technology to start the project in place?</a:t>
            </a:r>
          </a:p>
          <a:p>
            <a:pPr lvl="1"/>
            <a:r>
              <a:rPr lang="en-GB" noProof="0" dirty="0"/>
              <a:t>Is the existing hardware powerful enough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Technological Aspect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91600"/>
          </a:xfrm>
        </p:spPr>
        <p:txBody>
          <a:bodyPr>
            <a:normAutofit fontScale="85000" lnSpcReduction="20000"/>
          </a:bodyPr>
          <a:lstStyle/>
          <a:p>
            <a:r>
              <a:rPr lang="en-GB" noProof="0" dirty="0"/>
              <a:t>Cost-benefit analysis</a:t>
            </a:r>
          </a:p>
          <a:p>
            <a:pPr lvl="1"/>
            <a:r>
              <a:rPr lang="en-GB" noProof="0" dirty="0"/>
              <a:t>Cost Savings of the system</a:t>
            </a:r>
          </a:p>
          <a:p>
            <a:pPr lvl="1"/>
            <a:r>
              <a:rPr lang="en-GB" noProof="0" dirty="0"/>
              <a:t>(</a:t>
            </a:r>
            <a:r>
              <a:rPr lang="en-GB" noProof="0" dirty="0" err="1"/>
              <a:t>Add’l</a:t>
            </a:r>
            <a:r>
              <a:rPr lang="en-GB" noProof="0" dirty="0"/>
              <a:t>) </a:t>
            </a:r>
            <a:r>
              <a:rPr lang="en-GB" noProof="0" dirty="0" err="1"/>
              <a:t>Revenu</a:t>
            </a:r>
            <a:r>
              <a:rPr lang="en-GB" noProof="0" dirty="0"/>
              <a:t> creation</a:t>
            </a:r>
          </a:p>
          <a:p>
            <a:pPr lvl="1"/>
            <a:r>
              <a:rPr lang="en-GB" noProof="0" dirty="0"/>
              <a:t>Profit the system can generate</a:t>
            </a:r>
          </a:p>
          <a:p>
            <a:endParaRPr lang="en-GB" noProof="0" dirty="0"/>
          </a:p>
          <a:p>
            <a:r>
              <a:rPr lang="en-GB" noProof="0" dirty="0"/>
              <a:t>If multiple solutions are possible, all must be compared</a:t>
            </a:r>
          </a:p>
          <a:p>
            <a:pPr lvl="1"/>
            <a:r>
              <a:rPr lang="en-GB" noProof="0" dirty="0"/>
              <a:t>Maintaining the current system</a:t>
            </a:r>
          </a:p>
          <a:p>
            <a:pPr lvl="1"/>
            <a:r>
              <a:rPr lang="en-GB" noProof="0" dirty="0"/>
              <a:t>Buying an existing system</a:t>
            </a:r>
          </a:p>
          <a:p>
            <a:pPr lvl="1"/>
            <a:r>
              <a:rPr lang="en-GB" noProof="0" dirty="0"/>
              <a:t>Updating the system</a:t>
            </a:r>
          </a:p>
          <a:p>
            <a:pPr lvl="1"/>
            <a:r>
              <a:rPr lang="en-GB" noProof="0" dirty="0"/>
              <a:t>Buy and customize a from the shelf solution</a:t>
            </a:r>
          </a:p>
          <a:p>
            <a:pPr lvl="1"/>
            <a:r>
              <a:rPr lang="en-GB" noProof="0" dirty="0"/>
              <a:t>Implementing a different approach to the problem</a:t>
            </a:r>
          </a:p>
          <a:p>
            <a:pPr lvl="1"/>
            <a:r>
              <a:rPr lang="en-GB" noProof="0" dirty="0"/>
              <a:t>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Economic Aspect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noProof="0" dirty="0"/>
              <a:t>Purchase of hardware</a:t>
            </a:r>
          </a:p>
          <a:p>
            <a:r>
              <a:rPr lang="en-GB" noProof="0" dirty="0"/>
              <a:t>Software development/purchase license</a:t>
            </a:r>
          </a:p>
          <a:p>
            <a:r>
              <a:rPr lang="en-GB" noProof="0" dirty="0"/>
              <a:t>Training end-users</a:t>
            </a:r>
          </a:p>
          <a:p>
            <a:pPr lvl="1"/>
            <a:r>
              <a:rPr lang="en-GB" noProof="0" dirty="0"/>
              <a:t>Loss of revenue during commissioning</a:t>
            </a:r>
          </a:p>
          <a:p>
            <a:r>
              <a:rPr lang="en-GB" noProof="0" dirty="0"/>
              <a:t>Maintenance of the entire system</a:t>
            </a:r>
          </a:p>
          <a:p>
            <a:r>
              <a:rPr lang="en-GB" noProof="0" dirty="0"/>
              <a:t>Repair/Maintenance costs of hardware</a:t>
            </a:r>
          </a:p>
          <a:p>
            <a:pPr lvl="1"/>
            <a:r>
              <a:rPr lang="en-GB" noProof="0" dirty="0"/>
              <a:t>New HD-agents?</a:t>
            </a:r>
          </a:p>
          <a:p>
            <a:pPr lvl="1"/>
            <a:r>
              <a:rPr lang="en-GB" noProof="0" dirty="0"/>
              <a:t>Turnover loss during outage and repair</a:t>
            </a:r>
          </a:p>
          <a:p>
            <a:r>
              <a:rPr lang="en-GB" noProof="0" dirty="0"/>
              <a:t>Upgrade of hardware</a:t>
            </a:r>
          </a:p>
          <a:p>
            <a:r>
              <a:rPr lang="en-GB" noProof="0" dirty="0"/>
              <a:t>Education</a:t>
            </a:r>
          </a:p>
          <a:p>
            <a:r>
              <a:rPr lang="en-GB" noProof="0" dirty="0"/>
              <a:t>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Cost of a system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New Revenue </a:t>
            </a:r>
            <a:r>
              <a:rPr lang="en-GB" noProof="0"/>
              <a:t>– Additional </a:t>
            </a:r>
            <a:r>
              <a:rPr lang="en-GB" noProof="0" dirty="0"/>
              <a:t>Cost = New Profit</a:t>
            </a:r>
          </a:p>
          <a:p>
            <a:r>
              <a:rPr lang="en-GB" noProof="0" dirty="0"/>
              <a:t>Take into account</a:t>
            </a:r>
          </a:p>
          <a:p>
            <a:pPr lvl="1"/>
            <a:r>
              <a:rPr lang="en-GB" noProof="0" dirty="0"/>
              <a:t>Automation =&gt; Productivity increase (more time to do other stuff)</a:t>
            </a:r>
          </a:p>
          <a:p>
            <a:pPr lvl="1"/>
            <a:r>
              <a:rPr lang="en-GB" noProof="0" dirty="0"/>
              <a:t>Maintenance =&gt; Cost increase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Profit OF a system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990F4C-3BDA-0D71-2651-6A5086688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business case feasibility.xlsx</a:t>
            </a:r>
          </a:p>
          <a:p>
            <a:r>
              <a:rPr lang="en-GB" noProof="0" dirty="0"/>
              <a:t>Business-case-enhancements.md</a:t>
            </a:r>
          </a:p>
          <a:p>
            <a:r>
              <a:rPr lang="en-GB" noProof="0" dirty="0"/>
              <a:t>Business-case-feasibility-Teams_PBX_5Y_Model-Final.xlsx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32AF71-1B3B-8DD3-CF69-A6555FA31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Example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AB8E8-C61B-B1FA-0A1A-12A3062B07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8164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Not everything can be reduced to a cost-benefit analysis</a:t>
            </a:r>
            <a:endParaRPr lang="en-US" dirty="0"/>
          </a:p>
          <a:p>
            <a:pPr lvl="1"/>
            <a:r>
              <a:rPr lang="nl-BE" dirty="0"/>
              <a:t>Some people like to create software</a:t>
            </a:r>
          </a:p>
          <a:p>
            <a:pPr lvl="1"/>
            <a:r>
              <a:rPr lang="nl-BE" dirty="0"/>
              <a:t>Military projects deemed necessary</a:t>
            </a:r>
          </a:p>
          <a:p>
            <a:pPr lvl="1"/>
            <a:r>
              <a:rPr lang="nl-BE" dirty="0"/>
              <a:t>Projects that are socially acceptable</a:t>
            </a:r>
          </a:p>
          <a:p>
            <a:pPr lvl="2"/>
            <a:r>
              <a:rPr lang="nl-BE" dirty="0"/>
              <a:t>Website for looking up train hours and routes</a:t>
            </a:r>
          </a:p>
          <a:p>
            <a:pPr lvl="2"/>
            <a:r>
              <a:rPr lang="nl-BE" dirty="0"/>
              <a:t>People able to check in, review medical records and schedule appointments online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Other criteria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An idea is suggested</a:t>
            </a:r>
          </a:p>
          <a:p>
            <a:r>
              <a:rPr lang="en-GB" noProof="0" dirty="0"/>
              <a:t>People get behind it and idea gains momentum</a:t>
            </a:r>
          </a:p>
          <a:p>
            <a:endParaRPr lang="en-GB" noProof="0" dirty="0"/>
          </a:p>
          <a:p>
            <a:r>
              <a:rPr lang="en-GB" noProof="0" dirty="0"/>
              <a:t>There is talk of a </a:t>
            </a:r>
            <a:r>
              <a:rPr lang="en-GB" i="1" noProof="0" dirty="0"/>
              <a:t>business case </a:t>
            </a:r>
            <a:r>
              <a:rPr lang="en-GB" noProof="0" dirty="0"/>
              <a:t>for the system</a:t>
            </a:r>
          </a:p>
          <a:p>
            <a:pPr lvl="1"/>
            <a:r>
              <a:rPr lang="en-GB" noProof="0" dirty="0"/>
              <a:t>Positive aspects are highlighted</a:t>
            </a:r>
          </a:p>
          <a:p>
            <a:pPr lvl="1"/>
            <a:r>
              <a:rPr lang="en-GB" noProof="0" dirty="0"/>
              <a:t>Negative is barely looked at and discussed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Sometimes FEASIBILITY IS simply ignored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3215"/>
      </p:ext>
    </p:extLst>
  </p:cSld>
  <p:clrMapOvr>
    <a:masterClrMapping/>
  </p:clrMapOvr>
</p:sld>
</file>

<file path=ppt/theme/theme1.xml><?xml version="1.0" encoding="utf-8"?>
<a:theme xmlns:a="http://schemas.openxmlformats.org/drawingml/2006/main" name="TM_presentatie_eng">
  <a:themeElements>
    <a:clrScheme name="Lessius">
      <a:dk1>
        <a:srgbClr val="003C72"/>
      </a:dk1>
      <a:lt1>
        <a:srgbClr val="FFFFFF"/>
      </a:lt1>
      <a:dk2>
        <a:srgbClr val="003C72"/>
      </a:dk2>
      <a:lt2>
        <a:srgbClr val="FFFFFF"/>
      </a:lt2>
      <a:accent1>
        <a:srgbClr val="00A9E5"/>
      </a:accent1>
      <a:accent2>
        <a:srgbClr val="67CBEF"/>
      </a:accent2>
      <a:accent3>
        <a:srgbClr val="CCEEFA"/>
      </a:accent3>
      <a:accent4>
        <a:srgbClr val="406D96"/>
      </a:accent4>
      <a:accent5>
        <a:srgbClr val="7F9DB9"/>
      </a:accent5>
      <a:accent6>
        <a:srgbClr val="BECEDD"/>
      </a:accent6>
      <a:hlink>
        <a:srgbClr val="118EFF"/>
      </a:hlink>
      <a:folHlink>
        <a:srgbClr val="7030A0"/>
      </a:folHlink>
    </a:clrScheme>
    <a:fontScheme name="Lessiu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TM_presentatie_adjusted</Template>
  <TotalTime>21452</TotalTime>
  <Words>2015</Words>
  <Application>Microsoft Office PowerPoint</Application>
  <PresentationFormat>On-screen Show (4:3)</PresentationFormat>
  <Paragraphs>417</Paragraphs>
  <Slides>44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Arial</vt:lpstr>
      <vt:lpstr>Calibri</vt:lpstr>
      <vt:lpstr>Symbol</vt:lpstr>
      <vt:lpstr>Trebuchet MS</vt:lpstr>
      <vt:lpstr>Verdana</vt:lpstr>
      <vt:lpstr>Wingdings</vt:lpstr>
      <vt:lpstr>TM_presentatie_eng</vt:lpstr>
      <vt:lpstr>Microsoft Excel Worksheet</vt:lpstr>
      <vt:lpstr>Worksheet</vt:lpstr>
      <vt:lpstr>Software Engineering</vt:lpstr>
      <vt:lpstr>So …</vt:lpstr>
      <vt:lpstr>Software Development</vt:lpstr>
      <vt:lpstr>PowerPoint Presentation</vt:lpstr>
      <vt:lpstr>SDLC Methodologies</vt:lpstr>
      <vt:lpstr>AI versus traditional SW development</vt:lpstr>
      <vt:lpstr>SDLC</vt:lpstr>
      <vt:lpstr>Different steps (I)</vt:lpstr>
      <vt:lpstr>Different steps (II)</vt:lpstr>
      <vt:lpstr>SDLC</vt:lpstr>
      <vt:lpstr>1. Feasibility study</vt:lpstr>
      <vt:lpstr>2. Establishing Requirements</vt:lpstr>
      <vt:lpstr>2. Establishing Requirements</vt:lpstr>
      <vt:lpstr>Establishing Requirements</vt:lpstr>
      <vt:lpstr>3. Design of User Interface</vt:lpstr>
      <vt:lpstr>Automated systems</vt:lpstr>
      <vt:lpstr>4. Architectural Design</vt:lpstr>
      <vt:lpstr>4.b. Detailed Design</vt:lpstr>
      <vt:lpstr>5. Software Development</vt:lpstr>
      <vt:lpstr>6. System Integration</vt:lpstr>
      <vt:lpstr>7. Verification</vt:lpstr>
      <vt:lpstr>8. Validation</vt:lpstr>
      <vt:lpstr>9. Production</vt:lpstr>
      <vt:lpstr>10. Documentation (I)</vt:lpstr>
      <vt:lpstr>10. Documentation (II)</vt:lpstr>
      <vt:lpstr>11. Maintenance</vt:lpstr>
      <vt:lpstr>12. Project Management</vt:lpstr>
      <vt:lpstr>SDLC</vt:lpstr>
      <vt:lpstr>No sequential plan</vt:lpstr>
      <vt:lpstr>Process model</vt:lpstr>
      <vt:lpstr>Hacker = Anti software engineer</vt:lpstr>
      <vt:lpstr>SDLC</vt:lpstr>
      <vt:lpstr>ChatGPT – help me with Feasibility</vt:lpstr>
      <vt:lpstr>Example: PBX/POTS to Teams (naIve)</vt:lpstr>
      <vt:lpstr>Example: POTS to Teams (realistic)</vt:lpstr>
      <vt:lpstr>Feasibility study</vt:lpstr>
      <vt:lpstr>Feasibility study</vt:lpstr>
      <vt:lpstr>Technological Aspect</vt:lpstr>
      <vt:lpstr>Economic Aspect</vt:lpstr>
      <vt:lpstr>Cost of a system</vt:lpstr>
      <vt:lpstr>Profit OF a system</vt:lpstr>
      <vt:lpstr>Example</vt:lpstr>
      <vt:lpstr>Other criteria</vt:lpstr>
      <vt:lpstr>Sometimes FEASIBILITY IS simply ignored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Lars</dc:creator>
  <cp:keywords>, docId:570BD801D12EAECFE5F13BFD4A4F10C6</cp:keywords>
  <cp:lastModifiedBy>Rodrigue Stultiens</cp:lastModifiedBy>
  <cp:revision>87</cp:revision>
  <dcterms:created xsi:type="dcterms:W3CDTF">2006-08-16T00:00:00Z</dcterms:created>
  <dcterms:modified xsi:type="dcterms:W3CDTF">2026-02-18T20:32:20Z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2024-01-15T08:03:50Z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ad6fc70b-fa55-4054-8050-7f7e5827d1b7</vt:lpwstr>
  </property>
  <property fmtid="{D5CDD505-2E9C-101B-9397-08002B2CF9AE}" pid="8" name="MSIP_Label_c337be75-dfbb-4261-9834-ac247c7dde13_ContentBits">
    <vt:lpwstr>0</vt:lpwstr>
  </property>
</Properties>
</file>